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1818"/>
  </p:normalViewPr>
  <p:slideViewPr>
    <p:cSldViewPr>
      <p:cViewPr>
        <p:scale>
          <a:sx n="120" d="100"/>
          <a:sy n="120" d="100"/>
        </p:scale>
        <p:origin x="152" y="-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D0ACC-C47B-4FC8-87AF-384D3F935E2F}" type="datetime1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40DD9-21E6-4406-9A9E-0CC41C36E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4947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6075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382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0183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2643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3742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2134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4836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8743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9762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7615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161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334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939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7987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0365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61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7929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9712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5098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3705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1959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6244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87842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93800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85699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7132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3432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46987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55764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7379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69028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31474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21798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93019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93031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40743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77740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6384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21976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77373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51498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25782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31048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5043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5455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7281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21134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35882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718764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71041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056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2B05-A86F-4C9B-BA86-DAFB6D339782}" type="datetime1">
              <a:rPr lang="en-US" smtClean="0"/>
              <a:t>5/24/26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2B336-87E6-4204-9355-954A79FFE045}" type="datetime1">
              <a:rPr lang="en-US" smtClean="0"/>
              <a:t>5/24/26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4179" y="1567180"/>
            <a:ext cx="3371215" cy="4204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29FBE-93F6-4197-A797-66C4F0E45D18}" type="datetime1">
              <a:rPr lang="en-US" smtClean="0"/>
              <a:t>5/24/26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A8395-9258-450C-B5E1-4D1904C648E1}" type="datetime1">
              <a:rPr lang="en-US" smtClean="0"/>
              <a:t>5/24/26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36E6B-CDAA-4605-84A8-B790B2386DE5}" type="datetime1">
              <a:rPr lang="en-US" smtClean="0"/>
              <a:t>5/24/26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8519" y="209550"/>
            <a:ext cx="7426960" cy="1141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729" y="1662429"/>
            <a:ext cx="8130540" cy="427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0689F-B12D-4925-A8F7-F6AA4FC4C0AD}" type="datetime1">
              <a:rPr lang="en-US" smtClean="0"/>
              <a:t>5/24/26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33240" y="6463998"/>
            <a:ext cx="22097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akhuong@hcmut.edu.v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xxx.yyy.edu/nnn/fact.html)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kilburn.keene.edu/Courses/References/Papers/PetPeeves.htm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uwasa.fi/~ts/opas/intd/resgui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3429000"/>
            <a:ext cx="9144000" cy="3427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03270"/>
            <a:ext cx="9144000" cy="3553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1299" y="1702558"/>
            <a:ext cx="4389755" cy="1117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echnica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nt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Repo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iti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15657" y="3733800"/>
            <a:ext cx="7035165" cy="1261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1" algn="ctr">
              <a:lnSpc>
                <a:spcPct val="99700"/>
              </a:lnSpc>
              <a:spcBef>
                <a:spcPts val="5"/>
              </a:spcBef>
            </a:pPr>
            <a:r>
              <a:rPr lang="en-US" b="1" spc="-20" dirty="0">
                <a:cs typeface="Calibri"/>
              </a:rPr>
              <a:t>Nguyen An Khuong</a:t>
            </a:r>
            <a:endParaRPr lang="en-US" sz="1600" i="1" spc="-20" dirty="0">
              <a:latin typeface="Calibri"/>
              <a:cs typeface="Calibri"/>
            </a:endParaRPr>
          </a:p>
          <a:p>
            <a:pPr marL="12700" marR="5080" algn="ctr">
              <a:lnSpc>
                <a:spcPct val="99700"/>
              </a:lnSpc>
              <a:spcBef>
                <a:spcPts val="5"/>
              </a:spcBef>
            </a:pPr>
            <a:r>
              <a:rPr lang="en-US" sz="1600" i="1" spc="-20" dirty="0">
                <a:latin typeface="Calibri"/>
                <a:cs typeface="Calibri"/>
              </a:rPr>
              <a:t>Faculty of </a:t>
            </a:r>
            <a:r>
              <a:rPr sz="1600" i="1" spc="-20" dirty="0">
                <a:latin typeface="Calibri"/>
                <a:cs typeface="Calibri"/>
              </a:rPr>
              <a:t>C</a:t>
            </a:r>
            <a:r>
              <a:rPr sz="1600" i="1" spc="-5" dirty="0">
                <a:latin typeface="Calibri"/>
                <a:cs typeface="Calibri"/>
              </a:rPr>
              <a:t>o</a:t>
            </a:r>
            <a:r>
              <a:rPr sz="1600" i="1" spc="-10" dirty="0">
                <a:latin typeface="Calibri"/>
                <a:cs typeface="Calibri"/>
              </a:rPr>
              <a:t>m</a:t>
            </a:r>
            <a:r>
              <a:rPr sz="1600" i="1" spc="-5" dirty="0">
                <a:latin typeface="Calibri"/>
                <a:cs typeface="Calibri"/>
              </a:rPr>
              <a:t>p</a:t>
            </a:r>
            <a:r>
              <a:rPr sz="1600" i="1" spc="-15" dirty="0">
                <a:latin typeface="Calibri"/>
                <a:cs typeface="Calibri"/>
              </a:rPr>
              <a:t>u</a:t>
            </a:r>
            <a:r>
              <a:rPr sz="1600" i="1" spc="-10" dirty="0">
                <a:latin typeface="Calibri"/>
                <a:cs typeface="Calibri"/>
              </a:rPr>
              <a:t>ter</a:t>
            </a:r>
            <a:r>
              <a:rPr sz="1600" i="1" spc="-5" dirty="0">
                <a:latin typeface="Calibri"/>
                <a:cs typeface="Calibri"/>
              </a:rPr>
              <a:t> S</a:t>
            </a:r>
            <a:r>
              <a:rPr sz="1600" i="1" spc="-10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spc="-5" dirty="0">
                <a:latin typeface="Calibri"/>
                <a:cs typeface="Calibri"/>
              </a:rPr>
              <a:t>n</a:t>
            </a:r>
            <a:r>
              <a:rPr sz="1600" i="1" spc="-10" dirty="0">
                <a:latin typeface="Calibri"/>
                <a:cs typeface="Calibri"/>
              </a:rPr>
              <a:t>ce</a:t>
            </a:r>
            <a:r>
              <a:rPr sz="1600" i="1" dirty="0">
                <a:latin typeface="Calibri"/>
                <a:cs typeface="Calibri"/>
              </a:rPr>
              <a:t> &amp;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15" dirty="0">
                <a:latin typeface="Calibri"/>
                <a:cs typeface="Calibri"/>
              </a:rPr>
              <a:t>En</a:t>
            </a:r>
            <a:r>
              <a:rPr sz="1600" i="1" spc="-5" dirty="0">
                <a:latin typeface="Calibri"/>
                <a:cs typeface="Calibri"/>
              </a:rPr>
              <a:t>g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5" dirty="0">
                <a:latin typeface="Calibri"/>
                <a:cs typeface="Calibri"/>
              </a:rPr>
              <a:t>n</a:t>
            </a:r>
            <a:r>
              <a:rPr sz="1600" i="1" spc="-15" dirty="0">
                <a:latin typeface="Calibri"/>
                <a:cs typeface="Calibri"/>
              </a:rPr>
              <a:t>e</a:t>
            </a:r>
            <a:r>
              <a:rPr sz="1600" i="1" spc="-10" dirty="0">
                <a:latin typeface="Calibri"/>
                <a:cs typeface="Calibri"/>
              </a:rPr>
              <a:t>er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5" dirty="0">
                <a:latin typeface="Calibri"/>
                <a:cs typeface="Calibri"/>
              </a:rPr>
              <a:t>n</a:t>
            </a:r>
            <a:r>
              <a:rPr sz="1600" i="1" dirty="0">
                <a:latin typeface="Calibri"/>
                <a:cs typeface="Calibri"/>
              </a:rPr>
              <a:t>g</a:t>
            </a:r>
            <a:r>
              <a:rPr sz="1600" i="1" spc="-5" dirty="0">
                <a:latin typeface="Calibri"/>
                <a:cs typeface="Calibri"/>
              </a:rPr>
              <a:t> </a:t>
            </a:r>
            <a:endParaRPr lang="en-US" sz="1600" i="1" spc="-5" dirty="0">
              <a:latin typeface="Calibri"/>
              <a:cs typeface="Calibri"/>
            </a:endParaRPr>
          </a:p>
          <a:p>
            <a:pPr marL="12700" marR="5080" algn="ctr">
              <a:lnSpc>
                <a:spcPct val="99700"/>
              </a:lnSpc>
              <a:spcBef>
                <a:spcPts val="5"/>
              </a:spcBef>
            </a:pPr>
            <a:r>
              <a:rPr sz="1600" i="1" spc="-25" dirty="0">
                <a:latin typeface="Calibri"/>
                <a:cs typeface="Calibri"/>
              </a:rPr>
              <a:t>U</a:t>
            </a:r>
            <a:r>
              <a:rPr sz="1600" i="1" spc="-5" dirty="0">
                <a:latin typeface="Calibri"/>
                <a:cs typeface="Calibri"/>
              </a:rPr>
              <a:t>n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15" dirty="0">
                <a:latin typeface="Calibri"/>
                <a:cs typeface="Calibri"/>
              </a:rPr>
              <a:t>ve</a:t>
            </a:r>
            <a:r>
              <a:rPr sz="1600" i="1" dirty="0">
                <a:latin typeface="Calibri"/>
                <a:cs typeface="Calibri"/>
              </a:rPr>
              <a:t>r</a:t>
            </a:r>
            <a:r>
              <a:rPr sz="1600" i="1" spc="-5" dirty="0">
                <a:latin typeface="Calibri"/>
                <a:cs typeface="Calibri"/>
              </a:rPr>
              <a:t>s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10" dirty="0">
                <a:latin typeface="Calibri"/>
                <a:cs typeface="Calibri"/>
              </a:rPr>
              <a:t>t</a:t>
            </a:r>
            <a:r>
              <a:rPr sz="1600" i="1" dirty="0">
                <a:latin typeface="Calibri"/>
                <a:cs typeface="Calibri"/>
              </a:rPr>
              <a:t>y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o</a:t>
            </a:r>
            <a:r>
              <a:rPr sz="1600" i="1" dirty="0">
                <a:latin typeface="Calibri"/>
                <a:cs typeface="Calibri"/>
              </a:rPr>
              <a:t>f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15" dirty="0">
                <a:latin typeface="Calibri"/>
                <a:cs typeface="Calibri"/>
              </a:rPr>
              <a:t>T</a:t>
            </a:r>
            <a:r>
              <a:rPr sz="1600" i="1" spc="-10" dirty="0">
                <a:latin typeface="Calibri"/>
                <a:cs typeface="Calibri"/>
              </a:rPr>
              <a:t>ec</a:t>
            </a:r>
            <a:r>
              <a:rPr sz="1600" i="1" spc="-15" dirty="0">
                <a:latin typeface="Calibri"/>
                <a:cs typeface="Calibri"/>
              </a:rPr>
              <a:t>h</a:t>
            </a:r>
            <a:r>
              <a:rPr sz="1600" i="1" spc="-5" dirty="0">
                <a:latin typeface="Calibri"/>
                <a:cs typeface="Calibri"/>
              </a:rPr>
              <a:t>no</a:t>
            </a:r>
            <a:r>
              <a:rPr sz="1600" i="1" dirty="0">
                <a:latin typeface="Calibri"/>
                <a:cs typeface="Calibri"/>
              </a:rPr>
              <a:t>l</a:t>
            </a:r>
            <a:r>
              <a:rPr sz="1600" i="1" spc="-15" dirty="0">
                <a:latin typeface="Calibri"/>
                <a:cs typeface="Calibri"/>
              </a:rPr>
              <a:t>o</a:t>
            </a:r>
            <a:r>
              <a:rPr sz="1600" i="1" spc="-5" dirty="0">
                <a:latin typeface="Calibri"/>
                <a:cs typeface="Calibri"/>
              </a:rPr>
              <a:t>g</a:t>
            </a:r>
            <a:r>
              <a:rPr sz="1600" i="1" dirty="0">
                <a:latin typeface="Calibri"/>
                <a:cs typeface="Calibri"/>
              </a:rPr>
              <a:t>y </a:t>
            </a:r>
            <a:r>
              <a:rPr lang="en-US" sz="1600" i="1" spc="-20" dirty="0">
                <a:latin typeface="Calibri"/>
                <a:cs typeface="Calibri"/>
              </a:rPr>
              <a:t>(HCMUT), VNU-HCM</a:t>
            </a:r>
          </a:p>
          <a:p>
            <a:pPr marL="12700" marR="5080" algn="ctr">
              <a:lnSpc>
                <a:spcPct val="99700"/>
              </a:lnSpc>
              <a:spcBef>
                <a:spcPts val="5"/>
              </a:spcBef>
            </a:pPr>
            <a:r>
              <a:rPr lang="en-US" sz="1600" spc="-20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nakhuong@hcmut.edu.vn</a:t>
            </a:r>
            <a:endParaRPr lang="en-US" sz="1600" spc="-2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5080" algn="ctr">
              <a:lnSpc>
                <a:spcPct val="99700"/>
              </a:lnSpc>
              <a:spcBef>
                <a:spcPts val="5"/>
              </a:spcBef>
            </a:pP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B2CF650-4456-4494-A336-883400B02E9B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878445"/>
          </a:xfrm>
          <a:prstGeom prst="rect">
            <a:avLst/>
          </a:prstGeom>
        </p:spPr>
        <p:txBody>
          <a:bodyPr vert="horz" wrap="square" lIns="0" tIns="32130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5" dirty="0"/>
              <a:t>Or</a:t>
            </a:r>
            <a:r>
              <a:rPr sz="3600" spc="-30" dirty="0"/>
              <a:t>g</a:t>
            </a:r>
            <a:r>
              <a:rPr sz="3600" spc="-5" dirty="0"/>
              <a:t>a</a:t>
            </a:r>
            <a:r>
              <a:rPr sz="3600" spc="5" dirty="0"/>
              <a:t>n</a:t>
            </a:r>
            <a:r>
              <a:rPr sz="3600" dirty="0"/>
              <a:t>iz</a:t>
            </a:r>
            <a:r>
              <a:rPr sz="3600" spc="-10" dirty="0"/>
              <a:t>i</a:t>
            </a:r>
            <a:r>
              <a:rPr sz="3600" spc="5" dirty="0"/>
              <a:t>n</a:t>
            </a:r>
            <a:r>
              <a:rPr sz="3600" spc="-20" dirty="0"/>
              <a:t>g</a:t>
            </a:r>
            <a:r>
              <a:rPr sz="3600" spc="-5" dirty="0"/>
              <a:t> </a:t>
            </a:r>
            <a:r>
              <a:rPr lang="vi-VN" sz="3600" spc="-10" dirty="0"/>
              <a:t>Your Report/Thesis/Paper</a:t>
            </a:r>
            <a:endParaRPr sz="360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075689" y="1886585"/>
            <a:ext cx="6626225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25" dirty="0">
                <a:latin typeface="Calibri"/>
                <a:cs typeface="Calibri"/>
              </a:rPr>
              <a:t>c</a:t>
            </a:r>
            <a:r>
              <a:rPr sz="1550" spc="-10" dirty="0">
                <a:latin typeface="Calibri"/>
                <a:cs typeface="Calibri"/>
              </a:rPr>
              <a:t>ie</a:t>
            </a:r>
            <a:r>
              <a:rPr sz="1550" spc="-20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tif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10" dirty="0">
                <a:latin typeface="Calibri"/>
                <a:cs typeface="Calibri"/>
              </a:rPr>
              <a:t>c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p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20" dirty="0">
                <a:latin typeface="Calibri"/>
                <a:cs typeface="Calibri"/>
              </a:rPr>
              <a:t>p</a:t>
            </a:r>
            <a:r>
              <a:rPr sz="1550" spc="-10" dirty="0">
                <a:latin typeface="Calibri"/>
                <a:cs typeface="Calibri"/>
              </a:rPr>
              <a:t>er, </a:t>
            </a:r>
            <a:r>
              <a:rPr sz="1550" spc="-15" dirty="0">
                <a:latin typeface="Calibri"/>
                <a:cs typeface="Calibri"/>
              </a:rPr>
              <a:t>wh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it is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 cl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ter</a:t>
            </a:r>
            <a:r>
              <a:rPr sz="1550" spc="-30" dirty="0">
                <a:latin typeface="Calibri"/>
                <a:cs typeface="Calibri"/>
              </a:rPr>
              <a:t>m</a:t>
            </a:r>
            <a:r>
              <a:rPr sz="1550" spc="-10" dirty="0">
                <a:latin typeface="Calibri"/>
                <a:cs typeface="Calibri"/>
              </a:rPr>
              <a:t>-</a:t>
            </a:r>
            <a:r>
              <a:rPr sz="1550" spc="-20" dirty="0">
                <a:latin typeface="Calibri"/>
                <a:cs typeface="Calibri"/>
              </a:rPr>
              <a:t>p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20" dirty="0">
                <a:latin typeface="Calibri"/>
                <a:cs typeface="Calibri"/>
              </a:rPr>
              <a:t>p</a:t>
            </a:r>
            <a:r>
              <a:rPr sz="1550" spc="-10" dirty="0">
                <a:latin typeface="Calibri"/>
                <a:cs typeface="Calibri"/>
              </a:rPr>
              <a:t>er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p</a:t>
            </a:r>
            <a:r>
              <a:rPr sz="1550" spc="-15" dirty="0">
                <a:latin typeface="Calibri"/>
                <a:cs typeface="Calibri"/>
              </a:rPr>
              <a:t>u</a:t>
            </a:r>
            <a:r>
              <a:rPr sz="1550" spc="-20" dirty="0">
                <a:latin typeface="Calibri"/>
                <a:cs typeface="Calibri"/>
              </a:rPr>
              <a:t>b</a:t>
            </a:r>
            <a:r>
              <a:rPr sz="1550" spc="-10" dirty="0">
                <a:latin typeface="Calibri"/>
                <a:cs typeface="Calibri"/>
              </a:rPr>
              <a:t>l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5" dirty="0">
                <a:latin typeface="Calibri"/>
                <a:cs typeface="Calibri"/>
              </a:rPr>
              <a:t>s</a:t>
            </a:r>
            <a:r>
              <a:rPr sz="1550" spc="-20" dirty="0">
                <a:latin typeface="Calibri"/>
                <a:cs typeface="Calibri"/>
              </a:rPr>
              <a:t>hab</a:t>
            </a:r>
            <a:r>
              <a:rPr sz="1550" spc="-10" dirty="0">
                <a:latin typeface="Calibri"/>
                <a:cs typeface="Calibri"/>
              </a:rPr>
              <a:t>le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20" dirty="0">
                <a:latin typeface="Calibri"/>
                <a:cs typeface="Calibri"/>
              </a:rPr>
              <a:t>u</a:t>
            </a:r>
            <a:r>
              <a:rPr sz="1550" spc="-10" dirty="0">
                <a:latin typeface="Calibri"/>
                <a:cs typeface="Calibri"/>
              </a:rPr>
              <a:t>l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 of 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n e</a:t>
            </a:r>
            <a:r>
              <a:rPr sz="1550" spc="-20" dirty="0">
                <a:latin typeface="Calibri"/>
                <a:cs typeface="Calibri"/>
              </a:rPr>
              <a:t>xp</a:t>
            </a:r>
            <a:r>
              <a:rPr sz="1550" spc="-10" dirty="0">
                <a:latin typeface="Calibri"/>
                <a:cs typeface="Calibri"/>
              </a:rPr>
              <a:t>eri</a:t>
            </a:r>
            <a:r>
              <a:rPr sz="1550" spc="-30" dirty="0">
                <a:latin typeface="Calibri"/>
                <a:cs typeface="Calibri"/>
              </a:rPr>
              <a:t>m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spc="-20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</a:t>
            </a:r>
            <a:r>
              <a:rPr sz="1550" spc="-20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ve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ig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ion</a:t>
            </a:r>
            <a:r>
              <a:rPr sz="1550" spc="-5" dirty="0">
                <a:latin typeface="Calibri"/>
                <a:cs typeface="Calibri"/>
              </a:rPr>
              <a:t>,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20" dirty="0">
                <a:latin typeface="Calibri"/>
                <a:cs typeface="Calibri"/>
              </a:rPr>
              <a:t>u</a:t>
            </a:r>
            <a:r>
              <a:rPr sz="1550" spc="-10" dirty="0">
                <a:latin typeface="Calibri"/>
                <a:cs typeface="Calibri"/>
              </a:rPr>
              <a:t>ld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refl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5" dirty="0">
                <a:latin typeface="Calibri"/>
                <a:cs typeface="Calibri"/>
              </a:rPr>
              <a:t>c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 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5" dirty="0">
                <a:latin typeface="Calibri"/>
                <a:cs typeface="Calibri"/>
              </a:rPr>
              <a:t>p</a:t>
            </a:r>
            <a:r>
              <a:rPr sz="1550" spc="-20" dirty="0">
                <a:latin typeface="Calibri"/>
                <a:cs typeface="Calibri"/>
              </a:rPr>
              <a:t>p</a:t>
            </a:r>
            <a:r>
              <a:rPr sz="1550" spc="-10" dirty="0">
                <a:latin typeface="Calibri"/>
                <a:cs typeface="Calibri"/>
              </a:rPr>
              <a:t>lic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n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of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25" dirty="0">
                <a:latin typeface="Calibri"/>
                <a:cs typeface="Calibri"/>
              </a:rPr>
              <a:t>c</a:t>
            </a:r>
            <a:r>
              <a:rPr sz="1550" spc="-10" dirty="0">
                <a:latin typeface="Calibri"/>
                <a:cs typeface="Calibri"/>
              </a:rPr>
              <a:t>ie</a:t>
            </a:r>
            <a:r>
              <a:rPr sz="1550" spc="-15" dirty="0">
                <a:latin typeface="Calibri"/>
                <a:cs typeface="Calibri"/>
              </a:rPr>
              <a:t>n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0" dirty="0">
                <a:latin typeface="Calibri"/>
                <a:cs typeface="Calibri"/>
              </a:rPr>
              <a:t>if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10" dirty="0">
                <a:latin typeface="Calibri"/>
                <a:cs typeface="Calibri"/>
              </a:rPr>
              <a:t>c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M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hod.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5689" y="2503804"/>
            <a:ext cx="680021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S</a:t>
            </a:r>
            <a:r>
              <a:rPr sz="1550" spc="-10" dirty="0">
                <a:latin typeface="Calibri"/>
                <a:cs typeface="Calibri"/>
              </a:rPr>
              <a:t>cie</a:t>
            </a:r>
            <a:r>
              <a:rPr sz="1550" spc="-20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ti</a:t>
            </a:r>
            <a:r>
              <a:rPr sz="1550" spc="-15" dirty="0">
                <a:latin typeface="Calibri"/>
                <a:cs typeface="Calibri"/>
              </a:rPr>
              <a:t>f</a:t>
            </a:r>
            <a:r>
              <a:rPr sz="1550" spc="-10" dirty="0">
                <a:latin typeface="Calibri"/>
                <a:cs typeface="Calibri"/>
              </a:rPr>
              <a:t>ic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pa</a:t>
            </a:r>
            <a:r>
              <a:rPr sz="1550" spc="-15" dirty="0">
                <a:latin typeface="Calibri"/>
                <a:cs typeface="Calibri"/>
              </a:rPr>
              <a:t>p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shoul</a:t>
            </a:r>
            <a:r>
              <a:rPr sz="1550" spc="-10" dirty="0">
                <a:latin typeface="Calibri"/>
                <a:cs typeface="Calibri"/>
              </a:rPr>
              <a:t>d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b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w</a:t>
            </a:r>
            <a:r>
              <a:rPr sz="1550" spc="-10" dirty="0">
                <a:latin typeface="Calibri"/>
                <a:cs typeface="Calibri"/>
              </a:rPr>
              <a:t>el</a:t>
            </a:r>
            <a:r>
              <a:rPr sz="1550" spc="-5" dirty="0">
                <a:latin typeface="Calibri"/>
                <a:cs typeface="Calibri"/>
              </a:rPr>
              <a:t>l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15" dirty="0">
                <a:latin typeface="Calibri"/>
                <a:cs typeface="Calibri"/>
              </a:rPr>
              <a:t>g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5" dirty="0">
                <a:latin typeface="Calibri"/>
                <a:cs typeface="Calibri"/>
              </a:rPr>
              <a:t>n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10" dirty="0">
                <a:latin typeface="Calibri"/>
                <a:cs typeface="Calibri"/>
              </a:rPr>
              <a:t>zed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15" dirty="0">
                <a:latin typeface="Calibri"/>
                <a:cs typeface="Calibri"/>
              </a:rPr>
              <a:t>n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5" dirty="0">
                <a:latin typeface="Calibri"/>
                <a:cs typeface="Calibri"/>
              </a:rPr>
              <a:t>c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ion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(</a:t>
            </a:r>
            <a:r>
              <a:rPr sz="1550" spc="-10" dirty="0">
                <a:latin typeface="Calibri"/>
                <a:cs typeface="Calibri"/>
              </a:rPr>
              <a:t>re</a:t>
            </a:r>
            <a:r>
              <a:rPr sz="1550" spc="-15" dirty="0">
                <a:latin typeface="Calibri"/>
                <a:cs typeface="Calibri"/>
              </a:rPr>
              <a:t>c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30" dirty="0">
                <a:latin typeface="Calibri"/>
                <a:cs typeface="Calibri"/>
              </a:rPr>
              <a:t>mm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spc="-15" dirty="0">
                <a:latin typeface="Calibri"/>
                <a:cs typeface="Calibri"/>
              </a:rPr>
              <a:t>n</a:t>
            </a:r>
            <a:r>
              <a:rPr sz="1550" spc="-20" dirty="0">
                <a:latin typeface="Calibri"/>
                <a:cs typeface="Calibri"/>
              </a:rPr>
              <a:t>d</a:t>
            </a:r>
            <a:r>
              <a:rPr sz="1550" spc="-10" dirty="0">
                <a:latin typeface="Calibri"/>
                <a:cs typeface="Calibri"/>
              </a:rPr>
              <a:t>ed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ere</a:t>
            </a:r>
            <a:r>
              <a:rPr sz="1550" spc="-15" dirty="0">
                <a:latin typeface="Calibri"/>
                <a:cs typeface="Calibri"/>
              </a:rPr>
              <a:t>-follo</a:t>
            </a:r>
            <a:r>
              <a:rPr sz="1550" spc="-10" dirty="0">
                <a:latin typeface="Calibri"/>
                <a:cs typeface="Calibri"/>
              </a:rPr>
              <a:t>w</a:t>
            </a:r>
            <a:r>
              <a:rPr sz="1550" spc="-5" dirty="0">
                <a:latin typeface="Calibri"/>
                <a:cs typeface="Calibri"/>
              </a:rPr>
              <a:t>), </a:t>
            </a:r>
            <a:r>
              <a:rPr sz="1500" spc="5" dirty="0">
                <a:latin typeface="Calibri"/>
                <a:cs typeface="Calibri"/>
              </a:rPr>
              <a:t>whi</a:t>
            </a:r>
            <a:r>
              <a:rPr sz="1500" spc="-5" dirty="0">
                <a:latin typeface="Calibri"/>
                <a:cs typeface="Calibri"/>
              </a:rPr>
              <a:t>c</a:t>
            </a:r>
            <a:r>
              <a:rPr sz="1500" spc="15" dirty="0">
                <a:latin typeface="Calibri"/>
                <a:cs typeface="Calibri"/>
              </a:rPr>
              <a:t>h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re</a:t>
            </a:r>
            <a:r>
              <a:rPr sz="1500" dirty="0">
                <a:latin typeface="Calibri"/>
                <a:cs typeface="Calibri"/>
              </a:rPr>
              <a:t> cl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10" dirty="0">
                <a:latin typeface="Calibri"/>
                <a:cs typeface="Calibri"/>
              </a:rPr>
              <a:t>y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d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li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ted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b</a:t>
            </a:r>
            <a:r>
              <a:rPr sz="1500" spc="10" dirty="0">
                <a:latin typeface="Calibri"/>
                <a:cs typeface="Calibri"/>
              </a:rPr>
              <a:t>y </a:t>
            </a:r>
            <a:r>
              <a:rPr sz="1500" spc="5" dirty="0">
                <a:latin typeface="Calibri"/>
                <a:cs typeface="Calibri"/>
              </a:rPr>
              <a:t>ap</a:t>
            </a:r>
            <a:r>
              <a:rPr sz="1500" spc="10" dirty="0">
                <a:latin typeface="Calibri"/>
                <a:cs typeface="Calibri"/>
              </a:rPr>
              <a:t>propr</a:t>
            </a:r>
            <a:r>
              <a:rPr sz="1500" spc="-10" dirty="0">
                <a:latin typeface="Calibri"/>
                <a:cs typeface="Calibri"/>
              </a:rPr>
              <a:t>i</a:t>
            </a:r>
            <a:r>
              <a:rPr sz="1500" spc="10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h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5" dirty="0">
                <a:latin typeface="Calibri"/>
                <a:cs typeface="Calibri"/>
              </a:rPr>
              <a:t>ding</a:t>
            </a:r>
            <a:r>
              <a:rPr sz="1500" spc="10" dirty="0">
                <a:latin typeface="Calibri"/>
                <a:cs typeface="Calibri"/>
              </a:rPr>
              <a:t>s</a:t>
            </a:r>
            <a:r>
              <a:rPr sz="1500" spc="5" dirty="0">
                <a:latin typeface="Calibri"/>
                <a:cs typeface="Calibri"/>
              </a:rPr>
              <a:t> an</a:t>
            </a:r>
            <a:r>
              <a:rPr sz="1500" spc="15" dirty="0">
                <a:latin typeface="Calibri"/>
                <a:cs typeface="Calibri"/>
              </a:rPr>
              <a:t>d</a:t>
            </a:r>
            <a:r>
              <a:rPr sz="1500" spc="5" dirty="0">
                <a:latin typeface="Calibri"/>
                <a:cs typeface="Calibri"/>
              </a:rPr>
              <a:t> sub-he</a:t>
            </a:r>
            <a:r>
              <a:rPr sz="1500" spc="10" dirty="0">
                <a:latin typeface="Calibri"/>
                <a:cs typeface="Calibri"/>
              </a:rPr>
              <a:t>a</a:t>
            </a:r>
            <a:r>
              <a:rPr sz="1500" spc="5" dirty="0">
                <a:latin typeface="Calibri"/>
                <a:cs typeface="Calibri"/>
              </a:rPr>
              <a:t>d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5" dirty="0">
                <a:latin typeface="Calibri"/>
                <a:cs typeface="Calibri"/>
              </a:rPr>
              <a:t>ngs.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5689" y="3119754"/>
            <a:ext cx="688594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sz="1550" spc="-20" dirty="0">
                <a:latin typeface="Calibri"/>
                <a:cs typeface="Calibri"/>
              </a:rPr>
              <a:t>Pa</a:t>
            </a:r>
            <a:r>
              <a:rPr sz="1550" spc="-15" dirty="0">
                <a:latin typeface="Calibri"/>
                <a:cs typeface="Calibri"/>
              </a:rPr>
              <a:t>p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15" dirty="0">
                <a:latin typeface="Calibri"/>
                <a:cs typeface="Calibri"/>
              </a:rPr>
              <a:t> us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d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10" dirty="0">
                <a:latin typeface="Calibri"/>
                <a:cs typeface="Calibri"/>
              </a:rPr>
              <a:t>ter</a:t>
            </a:r>
            <a:r>
              <a:rPr sz="1550" spc="-20" dirty="0">
                <a:latin typeface="Calibri"/>
                <a:cs typeface="Calibri"/>
              </a:rPr>
              <a:t>at</a:t>
            </a:r>
            <a:r>
              <a:rPr sz="1550" spc="-15" dirty="0">
                <a:latin typeface="Calibri"/>
                <a:cs typeface="Calibri"/>
              </a:rPr>
              <a:t>u</a:t>
            </a:r>
            <a:r>
              <a:rPr sz="1550" spc="-10" dirty="0">
                <a:latin typeface="Calibri"/>
                <a:cs typeface="Calibri"/>
              </a:rPr>
              <a:t>re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view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cou</a:t>
            </a:r>
            <a:r>
              <a:rPr sz="1550" spc="-20" dirty="0">
                <a:latin typeface="Calibri"/>
                <a:cs typeface="Calibri"/>
              </a:rPr>
              <a:t>l</a:t>
            </a:r>
            <a:r>
              <a:rPr sz="1550" spc="-10" dirty="0">
                <a:latin typeface="Calibri"/>
                <a:cs typeface="Calibri"/>
              </a:rPr>
              <a:t>d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s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rve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-15" dirty="0">
                <a:latin typeface="Calibri"/>
                <a:cs typeface="Calibri"/>
              </a:rPr>
              <a:t>ol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30" dirty="0">
                <a:latin typeface="Calibri"/>
                <a:cs typeface="Calibri"/>
              </a:rPr>
              <a:t>m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20" dirty="0">
                <a:latin typeface="Calibri"/>
                <a:cs typeface="Calibri"/>
              </a:rPr>
              <a:t>d</a:t>
            </a:r>
            <a:r>
              <a:rPr sz="1550" spc="-10" dirty="0">
                <a:latin typeface="Calibri"/>
                <a:cs typeface="Calibri"/>
              </a:rPr>
              <a:t>els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f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5" dirty="0">
                <a:latin typeface="Calibri"/>
                <a:cs typeface="Calibri"/>
              </a:rPr>
              <a:t>ow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30" dirty="0">
                <a:latin typeface="Calibri"/>
                <a:cs typeface="Calibri"/>
              </a:rPr>
              <a:t>m</a:t>
            </a:r>
            <a:r>
              <a:rPr sz="1550" spc="-15" dirty="0">
                <a:latin typeface="Calibri"/>
                <a:cs typeface="Calibri"/>
              </a:rPr>
              <a:t>ig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15" dirty="0">
                <a:latin typeface="Calibri"/>
                <a:cs typeface="Calibri"/>
              </a:rPr>
              <a:t>g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20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ize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he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p</a:t>
            </a:r>
            <a:r>
              <a:rPr sz="1500" spc="10" dirty="0">
                <a:latin typeface="Calibri"/>
                <a:cs typeface="Calibri"/>
              </a:rPr>
              <a:t>a</a:t>
            </a:r>
            <a:r>
              <a:rPr sz="1500" spc="5" dirty="0">
                <a:latin typeface="Calibri"/>
                <a:cs typeface="Calibri"/>
              </a:rPr>
              <a:t>p</a:t>
            </a:r>
            <a:r>
              <a:rPr sz="1500" spc="10" dirty="0">
                <a:latin typeface="Calibri"/>
                <a:cs typeface="Calibri"/>
              </a:rPr>
              <a:t>er.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5689" y="3736975"/>
            <a:ext cx="6951980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sz="1550" spc="-15" dirty="0">
                <a:latin typeface="Calibri"/>
                <a:cs typeface="Calibri"/>
              </a:rPr>
              <a:t>N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te t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at t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10" dirty="0">
                <a:latin typeface="Calibri"/>
                <a:cs typeface="Calibri"/>
              </a:rPr>
              <a:t>e a</a:t>
            </a:r>
            <a:r>
              <a:rPr sz="1550" spc="-20" dirty="0">
                <a:latin typeface="Calibri"/>
                <a:cs typeface="Calibri"/>
              </a:rPr>
              <a:t>r</a:t>
            </a:r>
            <a:r>
              <a:rPr sz="1550" spc="-10" dirty="0">
                <a:latin typeface="Calibri"/>
                <a:cs typeface="Calibri"/>
              </a:rPr>
              <a:t>ticl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u</a:t>
            </a:r>
            <a:r>
              <a:rPr sz="1550" spc="-25" dirty="0">
                <a:latin typeface="Calibri"/>
                <a:cs typeface="Calibri"/>
              </a:rPr>
              <a:t>s</a:t>
            </a:r>
            <a:r>
              <a:rPr sz="1550" spc="-15" dirty="0">
                <a:latin typeface="Calibri"/>
                <a:cs typeface="Calibri"/>
              </a:rPr>
              <a:t>u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lly </a:t>
            </a:r>
            <a:r>
              <a:rPr sz="1550" spc="-15" dirty="0">
                <a:latin typeface="Calibri"/>
                <a:cs typeface="Calibri"/>
              </a:rPr>
              <a:t>con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in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l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ts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o</a:t>
            </a:r>
            <a:r>
              <a:rPr sz="1550" spc="-5" dirty="0">
                <a:latin typeface="Calibri"/>
                <a:cs typeface="Calibri"/>
              </a:rPr>
              <a:t>f </a:t>
            </a:r>
            <a:r>
              <a:rPr sz="1550" spc="-15" dirty="0">
                <a:latin typeface="Calibri"/>
                <a:cs typeface="Calibri"/>
              </a:rPr>
              <a:t>figu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5" dirty="0">
                <a:latin typeface="Calibri"/>
                <a:cs typeface="Calibri"/>
              </a:rPr>
              <a:t>s,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c</a:t>
            </a:r>
            <a:r>
              <a:rPr sz="1550" spc="-20" dirty="0">
                <a:latin typeface="Calibri"/>
                <a:cs typeface="Calibri"/>
              </a:rPr>
              <a:t>ha</a:t>
            </a:r>
            <a:r>
              <a:rPr sz="1550" spc="-10" dirty="0">
                <a:latin typeface="Calibri"/>
                <a:cs typeface="Calibri"/>
              </a:rPr>
              <a:t>rt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,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d</a:t>
            </a:r>
            <a:r>
              <a:rPr sz="1550" spc="-10" dirty="0">
                <a:latin typeface="Calibri"/>
                <a:cs typeface="Calibri"/>
              </a:rPr>
              <a:t>i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5" dirty="0">
                <a:latin typeface="Calibri"/>
                <a:cs typeface="Calibri"/>
              </a:rPr>
              <a:t>g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5" dirty="0">
                <a:latin typeface="Calibri"/>
                <a:cs typeface="Calibri"/>
              </a:rPr>
              <a:t>ms</a:t>
            </a:r>
            <a:r>
              <a:rPr sz="1550" spc="-5" dirty="0">
                <a:latin typeface="Calibri"/>
                <a:cs typeface="Calibri"/>
              </a:rPr>
              <a:t>,</a:t>
            </a:r>
            <a:r>
              <a:rPr sz="1550" spc="-10" dirty="0">
                <a:latin typeface="Calibri"/>
                <a:cs typeface="Calibri"/>
              </a:rPr>
              <a:t> t</a:t>
            </a:r>
            <a:r>
              <a:rPr sz="1550" spc="-20" dirty="0">
                <a:latin typeface="Calibri"/>
                <a:cs typeface="Calibri"/>
              </a:rPr>
              <a:t>ab</a:t>
            </a:r>
            <a:r>
              <a:rPr sz="1550" spc="-10" dirty="0">
                <a:latin typeface="Calibri"/>
                <a:cs typeface="Calibri"/>
              </a:rPr>
              <a:t>le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,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il</a:t>
            </a:r>
            <a:r>
              <a:rPr sz="1500" spc="-10" dirty="0">
                <a:latin typeface="Calibri"/>
                <a:cs typeface="Calibri"/>
              </a:rPr>
              <a:t>l</a:t>
            </a:r>
            <a:r>
              <a:rPr sz="1500" spc="5" dirty="0">
                <a:latin typeface="Calibri"/>
                <a:cs typeface="Calibri"/>
              </a:rPr>
              <a:t>us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10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20" dirty="0">
                <a:latin typeface="Calibri"/>
                <a:cs typeface="Calibri"/>
              </a:rPr>
              <a:t>o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spc="10" dirty="0">
                <a:latin typeface="Calibri"/>
                <a:cs typeface="Calibri"/>
              </a:rPr>
              <a:t>s</a:t>
            </a:r>
            <a:r>
              <a:rPr sz="1500" spc="5" dirty="0">
                <a:latin typeface="Calibri"/>
                <a:cs typeface="Calibri"/>
              </a:rPr>
              <a:t> -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o</a:t>
            </a:r>
            <a:r>
              <a:rPr sz="1500" dirty="0">
                <a:latin typeface="Calibri"/>
                <a:cs typeface="Calibri"/>
              </a:rPr>
              <a:t>ft</a:t>
            </a:r>
            <a:r>
              <a:rPr sz="1500" spc="15" dirty="0">
                <a:latin typeface="Calibri"/>
                <a:cs typeface="Calibri"/>
              </a:rPr>
              <a:t>en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sci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spc="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s</a:t>
            </a:r>
            <a:r>
              <a:rPr sz="1500" spc="10" dirty="0">
                <a:latin typeface="Calibri"/>
                <a:cs typeface="Calibri"/>
              </a:rPr>
              <a:t>t </a:t>
            </a:r>
            <a:r>
              <a:rPr sz="1500" spc="5" dirty="0">
                <a:latin typeface="Calibri"/>
                <a:cs typeface="Calibri"/>
              </a:rPr>
              <a:t>c</a:t>
            </a:r>
            <a:r>
              <a:rPr sz="1500" spc="10" dirty="0">
                <a:latin typeface="Calibri"/>
                <a:cs typeface="Calibri"/>
              </a:rPr>
              <a:t>r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10" dirty="0">
                <a:latin typeface="Calibri"/>
                <a:cs typeface="Calibri"/>
              </a:rPr>
              <a:t>es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</a:t>
            </a:r>
            <a:r>
              <a:rPr sz="1500" spc="5" dirty="0">
                <a:latin typeface="Calibri"/>
                <a:cs typeface="Calibri"/>
              </a:rPr>
              <a:t>h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figu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sh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will us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15" dirty="0">
                <a:latin typeface="Calibri"/>
                <a:cs typeface="Calibri"/>
              </a:rPr>
              <a:t>o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10" dirty="0">
                <a:latin typeface="Calibri"/>
                <a:cs typeface="Calibri"/>
              </a:rPr>
              <a:t>l</a:t>
            </a:r>
            <a:r>
              <a:rPr sz="1500" spc="5" dirty="0">
                <a:latin typeface="Calibri"/>
                <a:cs typeface="Calibri"/>
              </a:rPr>
              <a:t>lus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10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te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her </a:t>
            </a:r>
            <a:r>
              <a:rPr sz="1500" spc="5" dirty="0">
                <a:latin typeface="Calibri"/>
                <a:cs typeface="Calibri"/>
              </a:rPr>
              <a:t>p</a:t>
            </a:r>
            <a:r>
              <a:rPr sz="1500" spc="20" dirty="0">
                <a:latin typeface="Calibri"/>
                <a:cs typeface="Calibri"/>
              </a:rPr>
              <a:t>o</a:t>
            </a:r>
            <a:r>
              <a:rPr sz="1500" spc="-10" dirty="0">
                <a:latin typeface="Calibri"/>
                <a:cs typeface="Calibri"/>
              </a:rPr>
              <a:t>i</a:t>
            </a:r>
            <a:r>
              <a:rPr sz="1500" spc="10" dirty="0">
                <a:latin typeface="Calibri"/>
                <a:cs typeface="Calibri"/>
              </a:rPr>
              <a:t>n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5" dirty="0">
                <a:latin typeface="Calibri"/>
                <a:cs typeface="Calibri"/>
              </a:rPr>
              <a:t>, </a:t>
            </a:r>
            <a:r>
              <a:rPr sz="1500" spc="10" dirty="0">
                <a:latin typeface="Calibri"/>
                <a:cs typeface="Calibri"/>
              </a:rPr>
              <a:t>a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spc="15" dirty="0">
                <a:latin typeface="Calibri"/>
                <a:cs typeface="Calibri"/>
              </a:rPr>
              <a:t>d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en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w</a:t>
            </a:r>
            <a:r>
              <a:rPr sz="1550" spc="-10" dirty="0">
                <a:latin typeface="Calibri"/>
                <a:cs typeface="Calibri"/>
              </a:rPr>
              <a:t>rites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a </a:t>
            </a:r>
            <a:r>
              <a:rPr sz="1550" spc="-15" dirty="0">
                <a:latin typeface="Calibri"/>
                <a:cs typeface="Calibri"/>
              </a:rPr>
              <a:t>p</a:t>
            </a:r>
            <a:r>
              <a:rPr sz="1550" spc="-20" dirty="0">
                <a:latin typeface="Calibri"/>
                <a:cs typeface="Calibri"/>
              </a:rPr>
              <a:t>ap</a:t>
            </a:r>
            <a:r>
              <a:rPr sz="1550" spc="-10" dirty="0">
                <a:latin typeface="Calibri"/>
                <a:cs typeface="Calibri"/>
              </a:rPr>
              <a:t>er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20" dirty="0">
                <a:latin typeface="Calibri"/>
                <a:cs typeface="Calibri"/>
              </a:rPr>
              <a:t>u</a:t>
            </a:r>
            <a:r>
              <a:rPr sz="1550" spc="-15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d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hos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15" dirty="0">
                <a:latin typeface="Calibri"/>
                <a:cs typeface="Calibri"/>
              </a:rPr>
              <a:t>fig</a:t>
            </a:r>
            <a:r>
              <a:rPr sz="1550" spc="-20" dirty="0">
                <a:latin typeface="Calibri"/>
                <a:cs typeface="Calibri"/>
              </a:rPr>
              <a:t>u</a:t>
            </a:r>
            <a:r>
              <a:rPr sz="1550" spc="-10" dirty="0">
                <a:latin typeface="Calibri"/>
                <a:cs typeface="Calibri"/>
              </a:rPr>
              <a:t>re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!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5689" y="4563745"/>
            <a:ext cx="6838950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sz="1500" spc="10" dirty="0">
                <a:latin typeface="Calibri"/>
                <a:cs typeface="Calibri"/>
              </a:rPr>
              <a:t>F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5" dirty="0">
                <a:latin typeface="Calibri"/>
                <a:cs typeface="Calibri"/>
              </a:rPr>
              <a:t>na</a:t>
            </a:r>
            <a:r>
              <a:rPr sz="1500" dirty="0">
                <a:latin typeface="Calibri"/>
                <a:cs typeface="Calibri"/>
              </a:rPr>
              <a:t>lly</a:t>
            </a:r>
            <a:r>
              <a:rPr sz="1500" spc="5" dirty="0">
                <a:latin typeface="Calibri"/>
                <a:cs typeface="Calibri"/>
              </a:rPr>
              <a:t>,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b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5" dirty="0">
                <a:latin typeface="Calibri"/>
                <a:cs typeface="Calibri"/>
              </a:rPr>
              <a:t>w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re 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10" dirty="0">
                <a:latin typeface="Calibri"/>
                <a:cs typeface="Calibri"/>
              </a:rPr>
              <a:t>h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t </a:t>
            </a:r>
            <a:r>
              <a:rPr sz="1500" spc="5" dirty="0">
                <a:latin typeface="Calibri"/>
                <a:cs typeface="Calibri"/>
              </a:rPr>
              <a:t>s</a:t>
            </a:r>
            <a:r>
              <a:rPr sz="1500" spc="-5" dirty="0">
                <a:latin typeface="Calibri"/>
                <a:cs typeface="Calibri"/>
              </a:rPr>
              <a:t>c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5" dirty="0">
                <a:latin typeface="Calibri"/>
                <a:cs typeface="Calibri"/>
              </a:rPr>
              <a:t>nc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p</a:t>
            </a:r>
            <a:r>
              <a:rPr sz="1500" spc="10" dirty="0">
                <a:latin typeface="Calibri"/>
                <a:cs typeface="Calibri"/>
              </a:rPr>
              <a:t>r</a:t>
            </a:r>
            <a:r>
              <a:rPr sz="1500" spc="20" dirty="0">
                <a:latin typeface="Calibri"/>
                <a:cs typeface="Calibri"/>
              </a:rPr>
              <a:t>o</a:t>
            </a:r>
            <a:r>
              <a:rPr sz="1500" spc="5" dirty="0">
                <a:latin typeface="Calibri"/>
                <a:cs typeface="Calibri"/>
              </a:rPr>
              <a:t>g</a:t>
            </a:r>
            <a:r>
              <a:rPr sz="1500" spc="10" dirty="0">
                <a:latin typeface="Calibri"/>
                <a:cs typeface="Calibri"/>
              </a:rPr>
              <a:t>r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15" dirty="0">
                <a:latin typeface="Calibri"/>
                <a:cs typeface="Calibri"/>
              </a:rPr>
              <a:t>s</a:t>
            </a:r>
            <a:r>
              <a:rPr sz="1500" spc="5" dirty="0">
                <a:latin typeface="Calibri"/>
                <a:cs typeface="Calibri"/>
              </a:rPr>
              <a:t>se</a:t>
            </a:r>
            <a:r>
              <a:rPr sz="1500" spc="10" dirty="0">
                <a:latin typeface="Calibri"/>
                <a:cs typeface="Calibri"/>
              </a:rPr>
              <a:t>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o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10" dirty="0">
                <a:latin typeface="Calibri"/>
                <a:cs typeface="Calibri"/>
              </a:rPr>
              <a:t>y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by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b</a:t>
            </a:r>
            <a:r>
              <a:rPr sz="1500" spc="5" dirty="0">
                <a:latin typeface="Calibri"/>
                <a:cs typeface="Calibri"/>
              </a:rPr>
              <a:t>u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10" dirty="0">
                <a:latin typeface="Calibri"/>
                <a:cs typeface="Calibri"/>
              </a:rPr>
              <a:t>l</a:t>
            </a:r>
            <a:r>
              <a:rPr sz="1500" spc="5" dirty="0">
                <a:latin typeface="Calibri"/>
                <a:cs typeface="Calibri"/>
              </a:rPr>
              <a:t>din</a:t>
            </a:r>
            <a:r>
              <a:rPr sz="1500" spc="10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u</a:t>
            </a:r>
            <a:r>
              <a:rPr sz="1500" spc="10" dirty="0">
                <a:latin typeface="Calibri"/>
                <a:cs typeface="Calibri"/>
              </a:rPr>
              <a:t>po</a:t>
            </a:r>
            <a:r>
              <a:rPr sz="1500" spc="15" dirty="0">
                <a:latin typeface="Calibri"/>
                <a:cs typeface="Calibri"/>
              </a:rPr>
              <a:t>n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</a:t>
            </a:r>
            <a:r>
              <a:rPr sz="1500" spc="15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15" dirty="0">
                <a:latin typeface="Calibri"/>
                <a:cs typeface="Calibri"/>
              </a:rPr>
              <a:t>w</a:t>
            </a:r>
            <a:r>
              <a:rPr sz="1500" spc="20" dirty="0">
                <a:latin typeface="Calibri"/>
                <a:cs typeface="Calibri"/>
              </a:rPr>
              <a:t>o</a:t>
            </a:r>
            <a:r>
              <a:rPr sz="1500" spc="10" dirty="0">
                <a:latin typeface="Calibri"/>
                <a:cs typeface="Calibri"/>
              </a:rPr>
              <a:t>r</a:t>
            </a:r>
            <a:r>
              <a:rPr sz="1500" spc="5" dirty="0">
                <a:latin typeface="Calibri"/>
                <a:cs typeface="Calibri"/>
              </a:rPr>
              <a:t>k</a:t>
            </a:r>
            <a:r>
              <a:rPr sz="1500" spc="10" dirty="0">
                <a:latin typeface="Calibri"/>
                <a:cs typeface="Calibri"/>
              </a:rPr>
              <a:t>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o</a:t>
            </a:r>
            <a:r>
              <a:rPr sz="1500" spc="5" dirty="0">
                <a:latin typeface="Calibri"/>
                <a:cs typeface="Calibri"/>
              </a:rPr>
              <a:t>f </a:t>
            </a:r>
            <a:r>
              <a:rPr sz="1500" spc="10" dirty="0">
                <a:latin typeface="Calibri"/>
                <a:cs typeface="Calibri"/>
              </a:rPr>
              <a:t>ot</a:t>
            </a:r>
            <a:r>
              <a:rPr sz="1500" spc="5" dirty="0">
                <a:latin typeface="Calibri"/>
                <a:cs typeface="Calibri"/>
              </a:rPr>
              <a:t>h</a:t>
            </a:r>
            <a:r>
              <a:rPr sz="1500" spc="10" dirty="0">
                <a:latin typeface="Calibri"/>
                <a:cs typeface="Calibri"/>
              </a:rPr>
              <a:t>er</a:t>
            </a:r>
            <a:r>
              <a:rPr sz="1500" spc="5" dirty="0">
                <a:latin typeface="Calibri"/>
                <a:cs typeface="Calibri"/>
              </a:rPr>
              <a:t>s.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In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20" dirty="0">
                <a:latin typeface="Calibri"/>
                <a:cs typeface="Calibri"/>
              </a:rPr>
              <a:t>r</a:t>
            </a:r>
            <a:r>
              <a:rPr sz="1550" spc="-15" dirty="0">
                <a:latin typeface="Calibri"/>
                <a:cs typeface="Calibri"/>
              </a:rPr>
              <a:t>d</a:t>
            </a:r>
            <a:r>
              <a:rPr sz="1550" spc="-10" dirty="0">
                <a:latin typeface="Calibri"/>
                <a:cs typeface="Calibri"/>
              </a:rPr>
              <a:t>er f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hi</a:t>
            </a:r>
            <a:r>
              <a:rPr sz="1550" spc="-10" dirty="0">
                <a:latin typeface="Calibri"/>
                <a:cs typeface="Calibri"/>
              </a:rPr>
              <a:t>s</a:t>
            </a:r>
            <a:r>
              <a:rPr sz="1550" spc="-15" dirty="0">
                <a:latin typeface="Calibri"/>
                <a:cs typeface="Calibri"/>
              </a:rPr>
              <a:t> s</a:t>
            </a:r>
            <a:r>
              <a:rPr sz="1550" spc="-10" dirty="0">
                <a:latin typeface="Calibri"/>
                <a:cs typeface="Calibri"/>
              </a:rPr>
              <a:t>y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0" dirty="0">
                <a:latin typeface="Calibri"/>
                <a:cs typeface="Calibri"/>
              </a:rPr>
              <a:t>em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0" dirty="0">
                <a:latin typeface="Calibri"/>
                <a:cs typeface="Calibri"/>
              </a:rPr>
              <a:t>o</a:t>
            </a:r>
            <a:r>
              <a:rPr sz="1550" spc="-5" dirty="0">
                <a:latin typeface="Calibri"/>
                <a:cs typeface="Calibri"/>
              </a:rPr>
              <a:t> wo</a:t>
            </a:r>
            <a:r>
              <a:rPr sz="1550" spc="-20" dirty="0">
                <a:latin typeface="Calibri"/>
                <a:cs typeface="Calibri"/>
              </a:rPr>
              <a:t>r</a:t>
            </a:r>
            <a:r>
              <a:rPr sz="1550" spc="-10" dirty="0">
                <a:latin typeface="Calibri"/>
                <a:cs typeface="Calibri"/>
              </a:rPr>
              <a:t>k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w</a:t>
            </a:r>
            <a:r>
              <a:rPr sz="1550" spc="-10" dirty="0">
                <a:latin typeface="Calibri"/>
                <a:cs typeface="Calibri"/>
              </a:rPr>
              <a:t>ell</a:t>
            </a:r>
            <a:r>
              <a:rPr sz="1550" spc="-5" dirty="0">
                <a:latin typeface="Calibri"/>
                <a:cs typeface="Calibri"/>
              </a:rPr>
              <a:t>,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20" dirty="0">
                <a:latin typeface="Calibri"/>
                <a:cs typeface="Calibri"/>
              </a:rPr>
              <a:t>w</a:t>
            </a:r>
            <a:r>
              <a:rPr sz="1550" spc="-10" dirty="0">
                <a:latin typeface="Calibri"/>
                <a:cs typeface="Calibri"/>
              </a:rPr>
              <a:t>ever, </a:t>
            </a:r>
            <a:r>
              <a:rPr sz="1550" spc="-15" dirty="0">
                <a:latin typeface="Calibri"/>
                <a:cs typeface="Calibri"/>
              </a:rPr>
              <a:t>sc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spc="-20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tists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mu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10" dirty="0">
                <a:latin typeface="Calibri"/>
                <a:cs typeface="Calibri"/>
              </a:rPr>
              <a:t>t </a:t>
            </a:r>
            <a:r>
              <a:rPr sz="1550" spc="-15" dirty="0">
                <a:latin typeface="Calibri"/>
                <a:cs typeface="Calibri"/>
              </a:rPr>
              <a:t>gi</a:t>
            </a:r>
            <a:r>
              <a:rPr sz="1550" spc="-10" dirty="0">
                <a:latin typeface="Calibri"/>
                <a:cs typeface="Calibri"/>
              </a:rPr>
              <a:t>ve </a:t>
            </a:r>
            <a:r>
              <a:rPr sz="1550" spc="-15" dirty="0">
                <a:latin typeface="Calibri"/>
                <a:cs typeface="Calibri"/>
              </a:rPr>
              <a:t>p</a:t>
            </a:r>
            <a:r>
              <a:rPr sz="1550" spc="-10" dirty="0">
                <a:latin typeface="Calibri"/>
                <a:cs typeface="Calibri"/>
              </a:rPr>
              <a:t>r</a:t>
            </a:r>
            <a:r>
              <a:rPr sz="1550" spc="-15" dirty="0">
                <a:latin typeface="Calibri"/>
                <a:cs typeface="Calibri"/>
              </a:rPr>
              <a:t>op</a:t>
            </a:r>
            <a:r>
              <a:rPr sz="1550" spc="-10" dirty="0">
                <a:latin typeface="Calibri"/>
                <a:cs typeface="Calibri"/>
              </a:rPr>
              <a:t>er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c</a:t>
            </a:r>
            <a:r>
              <a:rPr sz="1550" spc="-10" dirty="0">
                <a:latin typeface="Calibri"/>
                <a:cs typeface="Calibri"/>
              </a:rPr>
              <a:t>re</a:t>
            </a:r>
            <a:r>
              <a:rPr sz="1550" spc="-15" dirty="0">
                <a:latin typeface="Calibri"/>
                <a:cs typeface="Calibri"/>
              </a:rPr>
              <a:t>d</a:t>
            </a:r>
            <a:r>
              <a:rPr sz="1550" spc="-20" dirty="0">
                <a:latin typeface="Calibri"/>
                <a:cs typeface="Calibri"/>
              </a:rPr>
              <a:t>i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he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20" dirty="0">
                <a:latin typeface="Calibri"/>
                <a:cs typeface="Calibri"/>
              </a:rPr>
              <a:t>t</a:t>
            </a:r>
            <a:r>
              <a:rPr sz="1550" spc="-15" dirty="0">
                <a:latin typeface="Calibri"/>
                <a:cs typeface="Calibri"/>
              </a:rPr>
              <a:t>h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rs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fr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15" dirty="0">
                <a:latin typeface="Calibri"/>
                <a:cs typeface="Calibri"/>
              </a:rPr>
              <a:t>m whom 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ey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ha</a:t>
            </a:r>
            <a:r>
              <a:rPr sz="1550" spc="-10" dirty="0">
                <a:latin typeface="Calibri"/>
                <a:cs typeface="Calibri"/>
              </a:rPr>
              <a:t>ve </a:t>
            </a:r>
            <a:r>
              <a:rPr sz="1550" spc="-5" dirty="0">
                <a:latin typeface="Calibri"/>
                <a:cs typeface="Calibri"/>
              </a:rPr>
              <a:t>o</a:t>
            </a:r>
            <a:r>
              <a:rPr sz="1550" spc="-20" dirty="0">
                <a:latin typeface="Calibri"/>
                <a:cs typeface="Calibri"/>
              </a:rPr>
              <a:t>b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-20" dirty="0">
                <a:latin typeface="Calibri"/>
                <a:cs typeface="Calibri"/>
              </a:rPr>
              <a:t>a</a:t>
            </a:r>
            <a:r>
              <a:rPr sz="1550" spc="-10" dirty="0">
                <a:latin typeface="Calibri"/>
                <a:cs typeface="Calibri"/>
              </a:rPr>
              <a:t>i</a:t>
            </a:r>
            <a:r>
              <a:rPr sz="1550" spc="-20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ed</a:t>
            </a:r>
            <a:r>
              <a:rPr sz="1550" spc="-15" dirty="0">
                <a:latin typeface="Calibri"/>
                <a:cs typeface="Calibri"/>
              </a:rPr>
              <a:t> id</a:t>
            </a:r>
            <a:r>
              <a:rPr sz="1550" spc="-2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15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.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469" y="1458928"/>
            <a:ext cx="7623809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-15" dirty="0">
                <a:latin typeface="Arial"/>
                <a:cs typeface="Arial"/>
              </a:rPr>
              <a:t>F</a:t>
            </a:r>
            <a:r>
              <a:rPr sz="1200" dirty="0">
                <a:latin typeface="Arial"/>
                <a:cs typeface="Arial"/>
              </a:rPr>
              <a:t>rom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i</a:t>
            </a:r>
            <a:r>
              <a:rPr sz="1200" spc="5" dirty="0">
                <a:latin typeface="Arial"/>
                <a:cs typeface="Arial"/>
              </a:rPr>
              <a:t>m</a:t>
            </a:r>
            <a:r>
              <a:rPr sz="1200" dirty="0">
                <a:latin typeface="Arial"/>
                <a:cs typeface="Arial"/>
              </a:rPr>
              <a:t>othy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l</a:t>
            </a:r>
            <a:r>
              <a:rPr sz="1200" spc="-10" dirty="0">
                <a:latin typeface="Arial"/>
                <a:cs typeface="Arial"/>
              </a:rPr>
              <a:t>l</a:t>
            </a:r>
            <a:r>
              <a:rPr sz="1200" dirty="0">
                <a:latin typeface="Arial"/>
                <a:cs typeface="Arial"/>
              </a:rPr>
              <a:t>en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(200</a:t>
            </a:r>
            <a:r>
              <a:rPr sz="1200" spc="1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-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</a:t>
            </a:r>
            <a:r>
              <a:rPr sz="1200" spc="-10" dirty="0">
                <a:latin typeface="Arial"/>
                <a:cs typeface="Arial"/>
              </a:rPr>
              <a:t>x</a:t>
            </a:r>
            <a:r>
              <a:rPr sz="1200" dirty="0">
                <a:latin typeface="Arial"/>
                <a:cs typeface="Arial"/>
              </a:rPr>
              <a:t>pa</a:t>
            </a:r>
            <a:r>
              <a:rPr sz="1200" spc="10" dirty="0">
                <a:latin typeface="Arial"/>
                <a:cs typeface="Arial"/>
              </a:rPr>
              <a:t>n</a:t>
            </a:r>
            <a:r>
              <a:rPr sz="1200" dirty="0">
                <a:latin typeface="Arial"/>
                <a:cs typeface="Arial"/>
              </a:rPr>
              <a:t>d</a:t>
            </a:r>
            <a:r>
              <a:rPr sz="1200" spc="-10" dirty="0">
                <a:latin typeface="Arial"/>
                <a:cs typeface="Arial"/>
              </a:rPr>
              <a:t>i</a:t>
            </a:r>
            <a:r>
              <a:rPr sz="1200" dirty="0">
                <a:latin typeface="Arial"/>
                <a:cs typeface="Arial"/>
              </a:rPr>
              <a:t>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f</a:t>
            </a:r>
            <a:r>
              <a:rPr sz="1200" spc="-10" dirty="0">
                <a:latin typeface="Arial"/>
                <a:cs typeface="Arial"/>
              </a:rPr>
              <a:t>r</a:t>
            </a:r>
            <a:r>
              <a:rPr sz="1200" dirty="0">
                <a:latin typeface="Arial"/>
                <a:cs typeface="Arial"/>
              </a:rPr>
              <a:t>om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hand</a:t>
            </a:r>
            <a:r>
              <a:rPr sz="1200" spc="10" dirty="0">
                <a:latin typeface="Arial"/>
                <a:cs typeface="Arial"/>
              </a:rPr>
              <a:t>o</a:t>
            </a:r>
            <a:r>
              <a:rPr sz="1200" dirty="0">
                <a:latin typeface="Arial"/>
                <a:cs typeface="Arial"/>
              </a:rPr>
              <a:t>u</a:t>
            </a:r>
            <a:r>
              <a:rPr sz="1200" spc="-5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 prepared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by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unkno</a:t>
            </a:r>
            <a:r>
              <a:rPr sz="1200" spc="-1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u</a:t>
            </a:r>
            <a:r>
              <a:rPr sz="1200" spc="-10" dirty="0">
                <a:latin typeface="Arial"/>
                <a:cs typeface="Arial"/>
              </a:rPr>
              <a:t>t</a:t>
            </a:r>
            <a:r>
              <a:rPr sz="1200" spc="10" dirty="0">
                <a:latin typeface="Arial"/>
                <a:cs typeface="Arial"/>
              </a:rPr>
              <a:t>h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</a:t>
            </a:r>
            <a:r>
              <a:rPr sz="1200" spc="-10" dirty="0">
                <a:latin typeface="Arial"/>
                <a:cs typeface="Arial"/>
              </a:rPr>
              <a:t>st</a:t>
            </a:r>
            <a:r>
              <a:rPr sz="1200" dirty="0">
                <a:latin typeface="Arial"/>
                <a:cs typeface="Arial"/>
              </a:rPr>
              <a:t>r</a:t>
            </a:r>
            <a:r>
              <a:rPr sz="1200" spc="-10" dirty="0">
                <a:latin typeface="Arial"/>
                <a:cs typeface="Arial"/>
              </a:rPr>
              <a:t>i</a:t>
            </a:r>
            <a:r>
              <a:rPr sz="1200" spc="10" dirty="0">
                <a:latin typeface="Arial"/>
                <a:cs typeface="Arial"/>
              </a:rPr>
              <a:t>b</a:t>
            </a:r>
            <a:r>
              <a:rPr sz="1200" dirty="0">
                <a:latin typeface="Arial"/>
                <a:cs typeface="Arial"/>
              </a:rPr>
              <a:t>u</a:t>
            </a:r>
            <a:r>
              <a:rPr sz="1200" spc="-1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ed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</a:t>
            </a:r>
            <a:r>
              <a:rPr sz="1200" dirty="0">
                <a:latin typeface="Arial"/>
                <a:cs typeface="Arial"/>
              </a:rPr>
              <a:t>u</a:t>
            </a:r>
            <a:r>
              <a:rPr sz="1200" spc="10" dirty="0">
                <a:latin typeface="Arial"/>
                <a:cs typeface="Arial"/>
              </a:rPr>
              <a:t>d</a:t>
            </a:r>
            <a:r>
              <a:rPr sz="1200" dirty="0">
                <a:latin typeface="Arial"/>
                <a:cs typeface="Arial"/>
              </a:rPr>
              <a:t>ents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 In</a:t>
            </a:r>
            <a:r>
              <a:rPr sz="1200" spc="-1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rodu</a:t>
            </a:r>
            <a:r>
              <a:rPr sz="1200" spc="5" dirty="0">
                <a:latin typeface="Arial"/>
                <a:cs typeface="Arial"/>
              </a:rPr>
              <a:t>c</a:t>
            </a:r>
            <a:r>
              <a:rPr sz="1200" spc="-1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ory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</a:t>
            </a:r>
            <a:r>
              <a:rPr sz="1200" spc="1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r</a:t>
            </a:r>
            <a:r>
              <a:rPr sz="1200" dirty="0">
                <a:latin typeface="Arial"/>
                <a:cs typeface="Arial"/>
              </a:rPr>
              <a:t>th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sc</a:t>
            </a:r>
            <a:r>
              <a:rPr sz="1200" spc="-10" dirty="0">
                <a:latin typeface="Arial"/>
                <a:cs typeface="Arial"/>
              </a:rPr>
              <a:t>i</a:t>
            </a:r>
            <a:r>
              <a:rPr sz="1200" dirty="0">
                <a:latin typeface="Arial"/>
                <a:cs typeface="Arial"/>
              </a:rPr>
              <a:t>e</a:t>
            </a:r>
            <a:r>
              <a:rPr sz="1200" spc="10" dirty="0">
                <a:latin typeface="Arial"/>
                <a:cs typeface="Arial"/>
              </a:rPr>
              <a:t>n</a:t>
            </a:r>
            <a:r>
              <a:rPr sz="1200" spc="-10" dirty="0">
                <a:latin typeface="Arial"/>
                <a:cs typeface="Arial"/>
              </a:rPr>
              <a:t>c</a:t>
            </a:r>
            <a:r>
              <a:rPr sz="1200" dirty="0">
                <a:latin typeface="Arial"/>
                <a:cs typeface="Arial"/>
              </a:rPr>
              <a:t>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</a:t>
            </a:r>
            <a:r>
              <a:rPr sz="1200" spc="10" dirty="0">
                <a:latin typeface="Arial"/>
                <a:cs typeface="Arial"/>
              </a:rPr>
              <a:t>o</a:t>
            </a:r>
            <a:r>
              <a:rPr sz="1200" dirty="0">
                <a:latin typeface="Arial"/>
                <a:cs typeface="Arial"/>
              </a:rPr>
              <a:t>u</a:t>
            </a:r>
            <a:r>
              <a:rPr sz="1200" spc="-10" dirty="0">
                <a:latin typeface="Arial"/>
                <a:cs typeface="Arial"/>
              </a:rPr>
              <a:t>r</a:t>
            </a:r>
            <a:r>
              <a:rPr sz="1200" dirty="0">
                <a:latin typeface="Arial"/>
                <a:cs typeface="Arial"/>
              </a:rPr>
              <a:t>se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t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r</a:t>
            </a:r>
            <a:r>
              <a:rPr sz="1200" spc="-10" dirty="0">
                <a:latin typeface="Arial"/>
                <a:cs typeface="Arial"/>
              </a:rPr>
              <a:t>t</a:t>
            </a:r>
            <a:r>
              <a:rPr sz="1200" spc="5" dirty="0">
                <a:latin typeface="Arial"/>
                <a:cs typeface="Arial"/>
              </a:rPr>
              <a:t>m</a:t>
            </a:r>
            <a:r>
              <a:rPr sz="1200" dirty="0">
                <a:latin typeface="Arial"/>
                <a:cs typeface="Arial"/>
              </a:rPr>
              <a:t>o</a:t>
            </a:r>
            <a:r>
              <a:rPr sz="1200" spc="10" dirty="0">
                <a:latin typeface="Arial"/>
                <a:cs typeface="Arial"/>
              </a:rPr>
              <a:t>u</a:t>
            </a:r>
            <a:r>
              <a:rPr sz="1200" spc="-1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h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</a:t>
            </a:r>
            <a:r>
              <a:rPr sz="1200" spc="10" dirty="0">
                <a:latin typeface="Arial"/>
                <a:cs typeface="Arial"/>
              </a:rPr>
              <a:t>o</a:t>
            </a:r>
            <a:r>
              <a:rPr sz="1200" spc="-10" dirty="0">
                <a:latin typeface="Arial"/>
                <a:cs typeface="Arial"/>
              </a:rPr>
              <a:t>ll</a:t>
            </a:r>
            <a:r>
              <a:rPr sz="1200" spc="10" dirty="0">
                <a:latin typeface="Arial"/>
                <a:cs typeface="Arial"/>
              </a:rPr>
              <a:t>e</a:t>
            </a:r>
            <a:r>
              <a:rPr sz="1200" spc="-10" dirty="0">
                <a:latin typeface="Arial"/>
                <a:cs typeface="Arial"/>
              </a:rPr>
              <a:t>g</a:t>
            </a:r>
            <a:r>
              <a:rPr sz="1200" dirty="0">
                <a:latin typeface="Arial"/>
                <a:cs typeface="Arial"/>
              </a:rPr>
              <a:t>e</a:t>
            </a:r>
            <a:r>
              <a:rPr sz="1200" spc="-5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B53E04C-1EF2-438F-B3A4-433641456D02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C</a:t>
            </a:r>
            <a:r>
              <a:rPr spc="5"/>
              <a:t>o</a:t>
            </a:r>
            <a:r>
              <a:rPr spc="-45"/>
              <a:t>m</a:t>
            </a:r>
            <a:r>
              <a:rPr spc="-5"/>
              <a:t>ponent</a:t>
            </a:r>
            <a:r>
              <a:t>s</a:t>
            </a:r>
            <a:r>
              <a:rPr spc="-5"/>
              <a:t> o</a:t>
            </a:r>
            <a:r>
              <a:t>f</a:t>
            </a:r>
            <a:r>
              <a:rPr spc="-5"/>
              <a:t> </a:t>
            </a:r>
            <a:r>
              <a:t>a</a:t>
            </a:r>
            <a:r>
              <a:rPr spc="-5"/>
              <a:t> </a:t>
            </a:r>
            <a:r>
              <a:rPr spc="-25"/>
              <a:t>Res</a:t>
            </a:r>
            <a:r>
              <a:rPr spc="-15"/>
              <a:t>e</a:t>
            </a:r>
            <a:r>
              <a:rPr spc="-20"/>
              <a:t>a</a:t>
            </a:r>
            <a:r>
              <a:rPr spc="-25"/>
              <a:t>r</a:t>
            </a:r>
            <a:r>
              <a:rPr spc="-10"/>
              <a:t>c</a:t>
            </a:r>
            <a:r>
              <a:t>h</a:t>
            </a:r>
            <a:r>
              <a:rPr spc="-5"/>
              <a:t> </a:t>
            </a:r>
            <a:r>
              <a:rPr spc="-25"/>
              <a:t>P</a:t>
            </a:r>
            <a:r>
              <a:rPr spc="-10"/>
              <a:t>a</a:t>
            </a:r>
            <a:r>
              <a:rPr spc="-30"/>
              <a:t>p</a:t>
            </a:r>
            <a:r>
              <a:rPr spc="-15"/>
              <a:t>er</a:t>
            </a:r>
            <a:endParaRPr spc="-1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05909"/>
            <a:ext cx="2569210" cy="3462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sz="2400" spc="-5" dirty="0">
                <a:latin typeface="Calibri"/>
                <a:cs typeface="Calibri"/>
              </a:rPr>
              <a:t>Ti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 A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10" dirty="0">
                <a:latin typeface="Calibri"/>
                <a:cs typeface="Calibri"/>
              </a:rPr>
              <a:t>strac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ro</a:t>
            </a:r>
            <a:r>
              <a:rPr sz="2400" spc="-5" dirty="0">
                <a:latin typeface="Calibri"/>
                <a:cs typeface="Calibri"/>
              </a:rPr>
              <a:t>duc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n,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15" dirty="0">
                <a:latin typeface="Calibri"/>
                <a:cs typeface="Calibri"/>
              </a:rPr>
              <a:t>B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gu</a:t>
            </a:r>
            <a:r>
              <a:rPr sz="2400" spc="-15" dirty="0">
                <a:latin typeface="Calibri"/>
                <a:cs typeface="Calibri"/>
              </a:rPr>
              <a:t>re</a:t>
            </a:r>
            <a:r>
              <a:rPr sz="2400" spc="-10" dirty="0">
                <a:latin typeface="Calibri"/>
                <a:cs typeface="Calibri"/>
              </a:rPr>
              <a:t>s,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1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lu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s,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15" dirty="0">
                <a:latin typeface="Calibri"/>
                <a:cs typeface="Calibri"/>
              </a:rPr>
              <a:t>Re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15" dirty="0">
                <a:latin typeface="Calibri"/>
                <a:cs typeface="Calibri"/>
              </a:rPr>
              <a:t>ere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Ci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0C16608-700C-42C7-AA84-64914C910A0E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T</a:t>
            </a:r>
            <a:r>
              <a:rPr spc="-30"/>
              <a:t>h</a:t>
            </a:r>
            <a:r>
              <a:rPr spc="-20"/>
              <a:t>e</a:t>
            </a:r>
            <a:r>
              <a:rPr spc="-5"/>
              <a:t> T</a:t>
            </a:r>
            <a:r>
              <a:rPr spc="-10"/>
              <a:t>i</a:t>
            </a:r>
            <a:r>
              <a:rPr spc="-5"/>
              <a:t>t</a:t>
            </a:r>
            <a:r>
              <a:rPr spc="-10"/>
              <a:t>l</a:t>
            </a:r>
            <a:r>
              <a:rPr spc="-20"/>
              <a:t>e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05909"/>
            <a:ext cx="7075805" cy="72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marR="508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sz="2400" spc="-3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5" dirty="0">
                <a:latin typeface="Calibri"/>
                <a:cs typeface="Calibri"/>
              </a:rPr>
              <a:t> pap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ha</a:t>
            </a:r>
            <a:r>
              <a:rPr sz="2400" dirty="0">
                <a:latin typeface="Calibri"/>
                <a:cs typeface="Calibri"/>
              </a:rPr>
              <a:t>t </a:t>
            </a:r>
            <a:r>
              <a:rPr sz="2400" spc="-30" dirty="0">
                <a:latin typeface="Calibri"/>
                <a:cs typeface="Calibri"/>
              </a:rPr>
              <a:t>w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publish</a:t>
            </a:r>
            <a:r>
              <a:rPr sz="2400" dirty="0">
                <a:latin typeface="Calibri"/>
                <a:cs typeface="Calibri"/>
              </a:rPr>
              <a:t>ed</a:t>
            </a:r>
            <a:r>
              <a:rPr sz="2400" spc="-5" dirty="0">
                <a:latin typeface="Calibri"/>
                <a:cs typeface="Calibri"/>
              </a:rPr>
              <a:t> f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</a:t>
            </a:r>
            <a:r>
              <a:rPr sz="2400" spc="-20" dirty="0">
                <a:latin typeface="Calibri"/>
                <a:cs typeface="Calibri"/>
              </a:rPr>
              <a:t>he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st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15" dirty="0">
                <a:latin typeface="Calibri"/>
                <a:cs typeface="Calibri"/>
              </a:rPr>
              <a:t>re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15" dirty="0">
                <a:latin typeface="Calibri"/>
                <a:cs typeface="Calibri"/>
              </a:rPr>
              <a:t>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itl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tract 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nt</a:t>
            </a:r>
            <a:r>
              <a:rPr sz="2400" dirty="0">
                <a:latin typeface="Calibri"/>
                <a:cs typeface="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22120" y="2739389"/>
            <a:ext cx="6443980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11454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200" spc="-10" dirty="0">
                <a:latin typeface="Calibri"/>
                <a:cs typeface="Calibri"/>
              </a:rPr>
              <a:t>O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 </a:t>
            </a:r>
            <a:r>
              <a:rPr sz="2200" spc="-5" dirty="0">
                <a:latin typeface="Calibri"/>
                <a:cs typeface="Calibri"/>
              </a:rPr>
              <a:t>sc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nti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 f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20" dirty="0">
                <a:latin typeface="Calibri"/>
                <a:cs typeface="Calibri"/>
              </a:rPr>
              <a:t>r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15" dirty="0">
                <a:latin typeface="Calibri"/>
                <a:cs typeface="Calibri"/>
              </a:rPr>
              <a:t>ce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p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 i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b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 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20" dirty="0">
                <a:latin typeface="Calibri"/>
                <a:cs typeface="Calibri"/>
              </a:rPr>
              <a:t>te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urn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l,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f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ce </a:t>
            </a:r>
            <a:r>
              <a:rPr sz="2200" spc="-10" dirty="0">
                <a:latin typeface="Calibri"/>
                <a:cs typeface="Calibri"/>
              </a:rPr>
              <a:t>pr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cee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</a:t>
            </a:r>
            <a:r>
              <a:rPr sz="2200" spc="-10" dirty="0">
                <a:latin typeface="Calibri"/>
                <a:cs typeface="Calibri"/>
              </a:rPr>
              <a:t>il</a:t>
            </a:r>
            <a:r>
              <a:rPr sz="2200" dirty="0">
                <a:latin typeface="Calibri"/>
                <a:cs typeface="Calibri"/>
              </a:rPr>
              <a:t>l </a:t>
            </a:r>
            <a:r>
              <a:rPr sz="2200" spc="-10" dirty="0">
                <a:latin typeface="Calibri"/>
                <a:cs typeface="Calibri"/>
              </a:rPr>
              <a:t>b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ec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10" dirty="0">
                <a:latin typeface="Calibri"/>
                <a:cs typeface="Calibri"/>
              </a:rPr>
              <a:t>di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g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 b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 o</a:t>
            </a:r>
            <a:r>
              <a:rPr sz="2200" dirty="0">
                <a:latin typeface="Calibri"/>
                <a:cs typeface="Calibri"/>
              </a:rPr>
              <a:t>f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10" dirty="0">
                <a:latin typeface="Calibri"/>
                <a:cs typeface="Calibri"/>
              </a:rPr>
              <a:t>ti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5" dirty="0">
                <a:latin typeface="Calibri"/>
                <a:cs typeface="Calibri"/>
              </a:rPr>
              <a:t>w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o 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0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k </a:t>
            </a:r>
            <a:r>
              <a:rPr sz="2200" spc="-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urth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t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p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.</a:t>
            </a:r>
          </a:p>
          <a:p>
            <a:pPr marL="355600" marR="5080" indent="-342900">
              <a:lnSpc>
                <a:spcPct val="999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libri"/>
                <a:cs typeface="Calibri"/>
              </a:rPr>
              <a:t>“T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 T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F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w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Pos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ib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20" dirty="0">
                <a:latin typeface="Calibri"/>
                <a:cs typeface="Calibri"/>
              </a:rPr>
              <a:t>Wo</a:t>
            </a:r>
            <a:r>
              <a:rPr sz="2200" spc="-10" dirty="0">
                <a:latin typeface="Calibri"/>
                <a:cs typeface="Calibri"/>
              </a:rPr>
              <a:t>rd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qu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te</a:t>
            </a:r>
            <a:r>
              <a:rPr sz="2200" spc="-10" dirty="0">
                <a:latin typeface="Calibri"/>
                <a:cs typeface="Calibri"/>
              </a:rPr>
              <a:t>ly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5" dirty="0">
                <a:latin typeface="Calibri"/>
                <a:cs typeface="Calibri"/>
              </a:rPr>
              <a:t>scr</a:t>
            </a:r>
            <a:r>
              <a:rPr sz="2200" spc="-10" dirty="0">
                <a:latin typeface="Calibri"/>
                <a:cs typeface="Calibri"/>
              </a:rPr>
              <a:t>ib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20" dirty="0">
                <a:latin typeface="Calibri"/>
                <a:cs typeface="Calibri"/>
              </a:rPr>
              <a:t>te</a:t>
            </a:r>
            <a:r>
              <a:rPr sz="2200" spc="-10" dirty="0">
                <a:latin typeface="Calibri"/>
                <a:cs typeface="Calibri"/>
              </a:rPr>
              <a:t>nt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Y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ur </a:t>
            </a:r>
            <a:r>
              <a:rPr sz="2200" spc="-15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r.</a:t>
            </a:r>
            <a:r>
              <a:rPr sz="2200" dirty="0">
                <a:latin typeface="Calibri"/>
                <a:cs typeface="Calibri"/>
              </a:rPr>
              <a:t>”</a:t>
            </a:r>
            <a:r>
              <a:rPr sz="2200" spc="-10" dirty="0">
                <a:latin typeface="Calibri"/>
                <a:cs typeface="Calibri"/>
              </a:rPr>
              <a:t> [</a:t>
            </a:r>
            <a:r>
              <a:rPr sz="2200" spc="-5" dirty="0">
                <a:latin typeface="Calibri"/>
                <a:cs typeface="Calibri"/>
              </a:rPr>
              <a:t>D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y 9</a:t>
            </a:r>
            <a:r>
              <a:rPr sz="2200" spc="-20" dirty="0">
                <a:latin typeface="Calibri"/>
                <a:cs typeface="Calibri"/>
              </a:rPr>
              <a:t>9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p.</a:t>
            </a:r>
            <a:r>
              <a:rPr sz="2200" spc="-15" dirty="0">
                <a:latin typeface="Calibri"/>
                <a:cs typeface="Calibri"/>
              </a:rPr>
              <a:t>8]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 </a:t>
            </a:r>
            <a:r>
              <a:rPr sz="2200" spc="-20" dirty="0">
                <a:latin typeface="Calibri"/>
                <a:cs typeface="Calibri"/>
              </a:rPr>
              <a:t>wo</a:t>
            </a:r>
            <a:r>
              <a:rPr sz="2200" spc="-10" dirty="0">
                <a:latin typeface="Calibri"/>
                <a:cs typeface="Calibri"/>
              </a:rPr>
              <a:t>rd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ld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 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5" dirty="0">
                <a:latin typeface="Calibri"/>
                <a:cs typeface="Calibri"/>
              </a:rPr>
              <a:t>scr</a:t>
            </a:r>
            <a:r>
              <a:rPr sz="2200" spc="-10" dirty="0">
                <a:latin typeface="Calibri"/>
                <a:cs typeface="Calibri"/>
              </a:rPr>
              <a:t>ip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15" dirty="0">
                <a:latin typeface="Calibri"/>
                <a:cs typeface="Calibri"/>
              </a:rPr>
              <a:t>v</a:t>
            </a:r>
            <a:r>
              <a:rPr sz="2200" spc="-10" dirty="0">
                <a:latin typeface="Calibri"/>
                <a:cs typeface="Calibri"/>
              </a:rPr>
              <a:t>e,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k</a:t>
            </a:r>
            <a:r>
              <a:rPr sz="2200" spc="-25" dirty="0">
                <a:latin typeface="Calibri"/>
                <a:cs typeface="Calibri"/>
              </a:rPr>
              <a:t>ey</a:t>
            </a:r>
            <a:r>
              <a:rPr sz="2200" spc="-20" dirty="0">
                <a:latin typeface="Calibri"/>
                <a:cs typeface="Calibri"/>
              </a:rPr>
              <a:t>wo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 a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qu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te</a:t>
            </a:r>
            <a:r>
              <a:rPr sz="22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0DF633E-FA70-474E-9636-8F93F98A5397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T</a:t>
            </a:r>
            <a:r>
              <a:rPr spc="-30"/>
              <a:t>h</a:t>
            </a:r>
            <a:r>
              <a:rPr spc="-20"/>
              <a:t>e</a:t>
            </a:r>
            <a:r>
              <a:rPr spc="-5"/>
              <a:t> </a:t>
            </a:r>
            <a:r>
              <a:rPr spc="-25"/>
              <a:t>A</a:t>
            </a:r>
            <a:r>
              <a:rPr spc="-5"/>
              <a:t>bs</a:t>
            </a:r>
            <a:r>
              <a:rPr spc="-20"/>
              <a:t>t</a:t>
            </a:r>
            <a:r>
              <a:rPr spc="-25"/>
              <a:t>r</a:t>
            </a:r>
            <a:r>
              <a:rPr spc="10"/>
              <a:t>a</a:t>
            </a:r>
            <a:r>
              <a:rPr spc="-25"/>
              <a:t>ct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640494"/>
            <a:ext cx="7870190" cy="4108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3210" marR="5080" indent="-270510" algn="just">
              <a:lnSpc>
                <a:spcPct val="90000"/>
              </a:lnSpc>
              <a:buFont typeface="Trebuchet MS"/>
              <a:buChar char="•"/>
              <a:tabLst>
                <a:tab pos="283210" algn="l"/>
              </a:tabLst>
            </a:pPr>
            <a:r>
              <a:rPr sz="2300" spc="-10" dirty="0">
                <a:latin typeface="Calibri"/>
                <a:cs typeface="Calibri"/>
              </a:rPr>
              <a:t>A</a:t>
            </a:r>
            <a:r>
              <a:rPr sz="2300" spc="5" dirty="0">
                <a:latin typeface="Calibri"/>
                <a:cs typeface="Calibri"/>
              </a:rPr>
              <a:t>f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spc="-10" dirty="0">
                <a:latin typeface="Calibri"/>
                <a:cs typeface="Calibri"/>
              </a:rPr>
              <a:t>er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havin</a:t>
            </a:r>
            <a:r>
              <a:rPr sz="2300" dirty="0">
                <a:latin typeface="Calibri"/>
                <a:cs typeface="Calibri"/>
              </a:rPr>
              <a:t>g </a:t>
            </a:r>
            <a:r>
              <a:rPr sz="2300" spc="-20" dirty="0">
                <a:latin typeface="Calibri"/>
                <a:cs typeface="Calibri"/>
              </a:rPr>
              <a:t>b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n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t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ra</a:t>
            </a:r>
            <a:r>
              <a:rPr sz="2300" spc="-15" dirty="0">
                <a:latin typeface="Calibri"/>
                <a:cs typeface="Calibri"/>
              </a:rPr>
              <a:t>ct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b</a:t>
            </a:r>
            <a:r>
              <a:rPr sz="2300" spc="-15" dirty="0">
                <a:latin typeface="Calibri"/>
                <a:cs typeface="Calibri"/>
              </a:rPr>
              <a:t>y </a:t>
            </a:r>
            <a:r>
              <a:rPr sz="2300" spc="-5" dirty="0">
                <a:latin typeface="Calibri"/>
                <a:cs typeface="Calibri"/>
              </a:rPr>
              <a:t>t</a:t>
            </a:r>
            <a:r>
              <a:rPr sz="2300" spc="5" dirty="0">
                <a:latin typeface="Calibri"/>
                <a:cs typeface="Calibri"/>
              </a:rPr>
              <a:t>h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tit</a:t>
            </a:r>
            <a:r>
              <a:rPr sz="2300" spc="-10" dirty="0">
                <a:latin typeface="Calibri"/>
                <a:cs typeface="Calibri"/>
              </a:rPr>
              <a:t>l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,</a:t>
            </a:r>
            <a:r>
              <a:rPr sz="2300" spc="-5" dirty="0">
                <a:latin typeface="Calibri"/>
                <a:cs typeface="Calibri"/>
              </a:rPr>
              <a:t> i</a:t>
            </a:r>
            <a:r>
              <a:rPr sz="2300" dirty="0">
                <a:latin typeface="Calibri"/>
                <a:cs typeface="Calibri"/>
              </a:rPr>
              <a:t>f</a:t>
            </a:r>
            <a:r>
              <a:rPr sz="2300" spc="-5" dirty="0">
                <a:latin typeface="Calibri"/>
                <a:cs typeface="Calibri"/>
              </a:rPr>
              <a:t> o</a:t>
            </a:r>
            <a:r>
              <a:rPr sz="2300" spc="-15" dirty="0">
                <a:latin typeface="Calibri"/>
                <a:cs typeface="Calibri"/>
              </a:rPr>
              <a:t>th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s</a:t>
            </a:r>
            <a:r>
              <a:rPr sz="2300" spc="-5" dirty="0">
                <a:latin typeface="Calibri"/>
                <a:cs typeface="Calibri"/>
              </a:rPr>
              <a:t>c</a:t>
            </a:r>
            <a:r>
              <a:rPr sz="2300" spc="-10" dirty="0">
                <a:latin typeface="Calibri"/>
                <a:cs typeface="Calibri"/>
              </a:rPr>
              <a:t>i</a:t>
            </a:r>
            <a:r>
              <a:rPr sz="2300" spc="-5" dirty="0">
                <a:latin typeface="Calibri"/>
                <a:cs typeface="Calibri"/>
              </a:rPr>
              <a:t>ent</a:t>
            </a:r>
            <a:r>
              <a:rPr sz="2300" spc="-10" dirty="0">
                <a:latin typeface="Calibri"/>
                <a:cs typeface="Calibri"/>
              </a:rPr>
              <a:t>i</a:t>
            </a:r>
            <a:r>
              <a:rPr sz="2300" spc="5" dirty="0">
                <a:latin typeface="Calibri"/>
                <a:cs typeface="Calibri"/>
              </a:rPr>
              <a:t>s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dirty="0">
                <a:latin typeface="Calibri"/>
                <a:cs typeface="Calibri"/>
              </a:rPr>
              <a:t>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w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nt t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g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f</a:t>
            </a:r>
            <a:r>
              <a:rPr sz="2300" spc="-15" dirty="0">
                <a:latin typeface="Calibri"/>
                <a:cs typeface="Calibri"/>
              </a:rPr>
              <a:t>urthe</a:t>
            </a:r>
            <a:r>
              <a:rPr sz="2300" spc="-5" dirty="0">
                <a:latin typeface="Calibri"/>
                <a:cs typeface="Calibri"/>
              </a:rPr>
              <a:t>r</a:t>
            </a:r>
            <a:r>
              <a:rPr sz="2300" spc="-10" dirty="0">
                <a:latin typeface="Calibri"/>
                <a:cs typeface="Calibri"/>
              </a:rPr>
              <a:t>,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i</a:t>
            </a:r>
            <a:r>
              <a:rPr sz="2300" dirty="0">
                <a:latin typeface="Calibri"/>
                <a:cs typeface="Calibri"/>
              </a:rPr>
              <a:t>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n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xt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s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p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</a:t>
            </a:r>
            <a:r>
              <a:rPr sz="2300" spc="-5" dirty="0">
                <a:latin typeface="Calibri"/>
                <a:cs typeface="Calibri"/>
              </a:rPr>
              <a:t>oul</a:t>
            </a:r>
            <a:r>
              <a:rPr sz="2300" dirty="0">
                <a:latin typeface="Calibri"/>
                <a:cs typeface="Calibri"/>
              </a:rPr>
              <a:t>d </a:t>
            </a:r>
            <a:r>
              <a:rPr sz="2300" spc="-20" dirty="0">
                <a:latin typeface="Calibri"/>
                <a:cs typeface="Calibri"/>
              </a:rPr>
              <a:t>b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</a:t>
            </a:r>
            <a:r>
              <a:rPr sz="2300" spc="-10" dirty="0">
                <a:latin typeface="Calibri"/>
                <a:cs typeface="Calibri"/>
              </a:rPr>
              <a:t>i</a:t>
            </a:r>
            <a:r>
              <a:rPr sz="2300" spc="-15" dirty="0">
                <a:latin typeface="Calibri"/>
                <a:cs typeface="Calibri"/>
              </a:rPr>
              <a:t>ke</a:t>
            </a:r>
            <a:r>
              <a:rPr sz="2300" spc="-5" dirty="0">
                <a:latin typeface="Calibri"/>
                <a:cs typeface="Calibri"/>
              </a:rPr>
              <a:t>l</a:t>
            </a:r>
            <a:r>
              <a:rPr sz="2300" dirty="0">
                <a:latin typeface="Calibri"/>
                <a:cs typeface="Calibri"/>
              </a:rPr>
              <a:t>y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r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bstr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ct</a:t>
            </a:r>
            <a:r>
              <a:rPr sz="2300" spc="-10" dirty="0">
                <a:latin typeface="Calibri"/>
                <a:cs typeface="Calibri"/>
              </a:rPr>
              <a:t>,</a:t>
            </a:r>
            <a:r>
              <a:rPr sz="2300" spc="-5" dirty="0">
                <a:latin typeface="Calibri"/>
                <a:cs typeface="Calibri"/>
              </a:rPr>
              <a:t> a</a:t>
            </a:r>
            <a:r>
              <a:rPr sz="2300" spc="5" dirty="0">
                <a:latin typeface="Calibri"/>
                <a:cs typeface="Calibri"/>
              </a:rPr>
              <a:t>n</a:t>
            </a:r>
            <a:r>
              <a:rPr sz="2300" dirty="0">
                <a:latin typeface="Calibri"/>
                <a:cs typeface="Calibri"/>
              </a:rPr>
              <a:t>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lo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15" dirty="0">
                <a:latin typeface="Calibri"/>
                <a:cs typeface="Calibri"/>
              </a:rPr>
              <a:t>k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 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f</a:t>
            </a:r>
            <a:r>
              <a:rPr sz="2300" spc="-15" dirty="0">
                <a:latin typeface="Calibri"/>
                <a:cs typeface="Calibri"/>
              </a:rPr>
              <a:t>igure</a:t>
            </a:r>
            <a:r>
              <a:rPr sz="2300" spc="5" dirty="0">
                <a:latin typeface="Calibri"/>
                <a:cs typeface="Calibri"/>
              </a:rPr>
              <a:t>s</a:t>
            </a:r>
            <a:r>
              <a:rPr sz="2300" dirty="0">
                <a:latin typeface="Calibri"/>
                <a:cs typeface="Calibri"/>
              </a:rPr>
              <a:t>.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T</a:t>
            </a:r>
            <a:r>
              <a:rPr sz="2300" spc="-20" dirty="0">
                <a:latin typeface="Calibri"/>
                <a:cs typeface="Calibri"/>
              </a:rPr>
              <a:t>h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qualit</a:t>
            </a:r>
            <a:r>
              <a:rPr sz="2300" spc="-10" dirty="0">
                <a:latin typeface="Calibri"/>
                <a:cs typeface="Calibri"/>
              </a:rPr>
              <a:t>i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" dirty="0">
                <a:latin typeface="Calibri"/>
                <a:cs typeface="Calibri"/>
              </a:rPr>
              <a:t> a</a:t>
            </a:r>
            <a:r>
              <a:rPr sz="2300" dirty="0">
                <a:latin typeface="Calibri"/>
                <a:cs typeface="Calibri"/>
              </a:rPr>
              <a:t>n</a:t>
            </a:r>
            <a:r>
              <a:rPr sz="2300" spc="-5" dirty="0">
                <a:latin typeface="Calibri"/>
                <a:cs typeface="Calibri"/>
              </a:rPr>
              <a:t> a</a:t>
            </a:r>
            <a:r>
              <a:rPr sz="2300" spc="5" dirty="0">
                <a:latin typeface="Calibri"/>
                <a:cs typeface="Calibri"/>
              </a:rPr>
              <a:t>b</a:t>
            </a:r>
            <a:r>
              <a:rPr sz="2300" spc="-5" dirty="0">
                <a:latin typeface="Calibri"/>
                <a:cs typeface="Calibri"/>
              </a:rPr>
              <a:t>s</a:t>
            </a:r>
            <a:r>
              <a:rPr sz="2300" spc="-15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ra</a:t>
            </a:r>
            <a:r>
              <a:rPr sz="2300" spc="-15" dirty="0">
                <a:latin typeface="Calibri"/>
                <a:cs typeface="Calibri"/>
              </a:rPr>
              <a:t>c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ar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b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s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</a:t>
            </a:r>
            <a:r>
              <a:rPr sz="2300" spc="5" dirty="0">
                <a:latin typeface="Calibri"/>
                <a:cs typeface="Calibri"/>
              </a:rPr>
              <a:t>u</a:t>
            </a:r>
            <a:r>
              <a:rPr sz="2300" spc="-30" dirty="0">
                <a:latin typeface="Calibri"/>
                <a:cs typeface="Calibri"/>
              </a:rPr>
              <a:t>m</a:t>
            </a:r>
            <a:r>
              <a:rPr sz="2300" spc="-20" dirty="0">
                <a:latin typeface="Calibri"/>
                <a:cs typeface="Calibri"/>
              </a:rPr>
              <a:t>m</a:t>
            </a:r>
            <a:r>
              <a:rPr sz="2300" spc="-5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riz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b</a:t>
            </a:r>
            <a:r>
              <a:rPr sz="2300" spc="-15" dirty="0">
                <a:latin typeface="Calibri"/>
                <a:cs typeface="Calibri"/>
              </a:rPr>
              <a:t>y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</a:t>
            </a:r>
            <a:r>
              <a:rPr sz="2300" spc="-5" dirty="0">
                <a:latin typeface="Calibri"/>
                <a:cs typeface="Calibri"/>
              </a:rPr>
              <a:t>an</a:t>
            </a:r>
            <a:r>
              <a:rPr sz="2300" spc="5" dirty="0">
                <a:latin typeface="Calibri"/>
                <a:cs typeface="Calibri"/>
              </a:rPr>
              <a:t>d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(</a:t>
            </a:r>
            <a:r>
              <a:rPr sz="2300" dirty="0">
                <a:latin typeface="Calibri"/>
                <a:cs typeface="Calibri"/>
              </a:rPr>
              <a:t>1</a:t>
            </a:r>
            <a:r>
              <a:rPr sz="2300" spc="-25" dirty="0">
                <a:latin typeface="Calibri"/>
                <a:cs typeface="Calibri"/>
              </a:rPr>
              <a:t>95</a:t>
            </a:r>
            <a:r>
              <a:rPr sz="2300" spc="-15" dirty="0">
                <a:latin typeface="Calibri"/>
                <a:cs typeface="Calibri"/>
              </a:rPr>
              <a:t>1</a:t>
            </a:r>
            <a:r>
              <a:rPr sz="2300" spc="-10" dirty="0">
                <a:latin typeface="Calibri"/>
                <a:cs typeface="Calibri"/>
              </a:rPr>
              <a:t>):</a:t>
            </a:r>
            <a:endParaRPr lang="en-US" sz="2300" spc="-10" dirty="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  <a:tabLst>
                <a:tab pos="283210" algn="l"/>
              </a:tabLst>
            </a:pPr>
            <a:endParaRPr sz="2300" dirty="0">
              <a:latin typeface="Calibri"/>
              <a:cs typeface="Calibri"/>
            </a:endParaRPr>
          </a:p>
          <a:p>
            <a:pPr marL="1295400" marR="87630" lvl="1" indent="-270510" algn="just">
              <a:lnSpc>
                <a:spcPct val="101000"/>
              </a:lnSpc>
              <a:spcBef>
                <a:spcPts val="575"/>
              </a:spcBef>
            </a:pPr>
            <a:r>
              <a:rPr sz="1900" spc="10" dirty="0">
                <a:latin typeface="Calibri"/>
                <a:cs typeface="Calibri"/>
              </a:rPr>
              <a:t>“</a:t>
            </a:r>
            <a:r>
              <a:rPr sz="1900" i="1" spc="-5" dirty="0">
                <a:latin typeface="Calibri"/>
                <a:cs typeface="Calibri"/>
              </a:rPr>
              <a:t>T</a:t>
            </a:r>
            <a:r>
              <a:rPr sz="1900" i="1" spc="5" dirty="0">
                <a:latin typeface="Calibri"/>
                <a:cs typeface="Calibri"/>
              </a:rPr>
              <a:t>h</a:t>
            </a:r>
            <a:r>
              <a:rPr sz="1900" i="1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a</a:t>
            </a:r>
            <a:r>
              <a:rPr sz="1900" i="1" spc="-5" dirty="0">
                <a:latin typeface="Calibri"/>
                <a:cs typeface="Calibri"/>
              </a:rPr>
              <a:t>bs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10" dirty="0">
                <a:latin typeface="Calibri"/>
                <a:cs typeface="Calibri"/>
              </a:rPr>
              <a:t>c</a:t>
            </a:r>
            <a:r>
              <a:rPr sz="1900" i="1" spc="5" dirty="0">
                <a:latin typeface="Calibri"/>
                <a:cs typeface="Calibri"/>
              </a:rPr>
              <a:t>t 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5" dirty="0">
                <a:latin typeface="Calibri"/>
                <a:cs typeface="Calibri"/>
              </a:rPr>
              <a:t>f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u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15" dirty="0">
                <a:latin typeface="Calibri"/>
                <a:cs typeface="Calibri"/>
              </a:rPr>
              <a:t>m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5" dirty="0">
                <a:latin typeface="Calibri"/>
                <a:cs typeface="Calibri"/>
              </a:rPr>
              <a:t>st</a:t>
            </a:r>
            <a:r>
              <a:rPr sz="1900" i="1" dirty="0">
                <a:latin typeface="Calibri"/>
                <a:cs typeface="Calibri"/>
              </a:rPr>
              <a:t> im</a:t>
            </a:r>
            <a:r>
              <a:rPr sz="1900" i="1" spc="5" dirty="0">
                <a:latin typeface="Calibri"/>
                <a:cs typeface="Calibri"/>
              </a:rPr>
              <a:t>p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5" dirty="0">
                <a:latin typeface="Calibri"/>
                <a:cs typeface="Calibri"/>
              </a:rPr>
              <a:t>nc</a:t>
            </a:r>
            <a:r>
              <a:rPr sz="1900" i="1" spc="-5" dirty="0">
                <a:latin typeface="Calibri"/>
                <a:cs typeface="Calibri"/>
              </a:rPr>
              <a:t>e</a:t>
            </a:r>
            <a:r>
              <a:rPr sz="1900" i="1" dirty="0">
                <a:latin typeface="Calibri"/>
                <a:cs typeface="Calibri"/>
              </a:rPr>
              <a:t>,</a:t>
            </a:r>
            <a:r>
              <a:rPr sz="1900" i="1" spc="5" dirty="0">
                <a:latin typeface="Calibri"/>
                <a:cs typeface="Calibri"/>
              </a:rPr>
              <a:t> f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dirty="0">
                <a:latin typeface="Calibri"/>
                <a:cs typeface="Calibri"/>
              </a:rPr>
              <a:t>r </a:t>
            </a:r>
            <a:r>
              <a:rPr sz="1900" i="1" spc="5" dirty="0">
                <a:latin typeface="Calibri"/>
                <a:cs typeface="Calibri"/>
              </a:rPr>
              <a:t>it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re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5" dirty="0">
                <a:latin typeface="Calibri"/>
                <a:cs typeface="Calibri"/>
              </a:rPr>
              <a:t>d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b</a:t>
            </a:r>
            <a:r>
              <a:rPr sz="1900" i="1" spc="5" dirty="0">
                <a:latin typeface="Calibri"/>
                <a:cs typeface="Calibri"/>
              </a:rPr>
              <a:t>y </a:t>
            </a:r>
            <a:r>
              <a:rPr sz="1900" i="1" dirty="0">
                <a:latin typeface="Calibri"/>
                <a:cs typeface="Calibri"/>
              </a:rPr>
              <a:t>1</a:t>
            </a:r>
            <a:r>
              <a:rPr sz="1900" i="1" spc="5" dirty="0">
                <a:latin typeface="Calibri"/>
                <a:cs typeface="Calibri"/>
              </a:rPr>
              <a:t>0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5" dirty="0">
                <a:latin typeface="Calibri"/>
                <a:cs typeface="Calibri"/>
              </a:rPr>
              <a:t>o</a:t>
            </a:r>
            <a:r>
              <a:rPr sz="1900" i="1" dirty="0">
                <a:latin typeface="Calibri"/>
                <a:cs typeface="Calibri"/>
              </a:rPr>
              <a:t> 50</a:t>
            </a:r>
            <a:r>
              <a:rPr sz="1900" i="1" spc="5" dirty="0">
                <a:latin typeface="Calibri"/>
                <a:cs typeface="Calibri"/>
              </a:rPr>
              <a:t>0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ti</a:t>
            </a:r>
            <a:r>
              <a:rPr sz="1900" i="1" spc="15" dirty="0">
                <a:latin typeface="Calibri"/>
                <a:cs typeface="Calibri"/>
              </a:rPr>
              <a:t>m</a:t>
            </a:r>
            <a:r>
              <a:rPr sz="1900" i="1" spc="-5" dirty="0">
                <a:latin typeface="Calibri"/>
                <a:cs typeface="Calibri"/>
              </a:rPr>
              <a:t>e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20" dirty="0">
                <a:latin typeface="Calibri"/>
                <a:cs typeface="Calibri"/>
              </a:rPr>
              <a:t>m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dirty="0">
                <a:latin typeface="Calibri"/>
                <a:cs typeface="Calibri"/>
              </a:rPr>
              <a:t>re t</a:t>
            </a:r>
            <a:r>
              <a:rPr sz="1900" i="1" spc="5" dirty="0">
                <a:latin typeface="Calibri"/>
                <a:cs typeface="Calibri"/>
              </a:rPr>
              <a:t>h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5" dirty="0">
                <a:latin typeface="Calibri"/>
                <a:cs typeface="Calibri"/>
              </a:rPr>
              <a:t>n</a:t>
            </a:r>
            <a:r>
              <a:rPr sz="1900" i="1" dirty="0">
                <a:latin typeface="Calibri"/>
                <a:cs typeface="Calibri"/>
              </a:rPr>
              <a:t> r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5" dirty="0">
                <a:latin typeface="Calibri"/>
                <a:cs typeface="Calibri"/>
              </a:rPr>
              <a:t>d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h</a:t>
            </a:r>
            <a:r>
              <a:rPr sz="1900" i="1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e</a:t>
            </a:r>
            <a:r>
              <a:rPr sz="1900" i="1" spc="-5" dirty="0">
                <a:latin typeface="Calibri"/>
                <a:cs typeface="Calibri"/>
              </a:rPr>
              <a:t>n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5" dirty="0">
                <a:latin typeface="Calibri"/>
                <a:cs typeface="Calibri"/>
              </a:rPr>
              <a:t>r</a:t>
            </a:r>
            <a:r>
              <a:rPr sz="1900" i="1" dirty="0">
                <a:latin typeface="Calibri"/>
                <a:cs typeface="Calibri"/>
              </a:rPr>
              <a:t>e 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10" dirty="0">
                <a:latin typeface="Calibri"/>
                <a:cs typeface="Calibri"/>
              </a:rPr>
              <a:t>c</a:t>
            </a:r>
            <a:r>
              <a:rPr sz="1900" i="1" spc="-5" dirty="0">
                <a:latin typeface="Calibri"/>
                <a:cs typeface="Calibri"/>
              </a:rPr>
              <a:t>le</a:t>
            </a:r>
            <a:r>
              <a:rPr sz="1900" i="1" dirty="0">
                <a:latin typeface="Calibri"/>
                <a:cs typeface="Calibri"/>
              </a:rPr>
              <a:t>.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It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sh</a:t>
            </a:r>
            <a:r>
              <a:rPr sz="1900" i="1" spc="5" dirty="0">
                <a:latin typeface="Calibri"/>
                <a:cs typeface="Calibri"/>
              </a:rPr>
              <a:t>o</a:t>
            </a:r>
            <a:r>
              <a:rPr sz="1900" i="1" spc="-5" dirty="0">
                <a:latin typeface="Calibri"/>
                <a:cs typeface="Calibri"/>
              </a:rPr>
              <a:t>ul</a:t>
            </a:r>
            <a:r>
              <a:rPr sz="1900" i="1" spc="5" dirty="0">
                <a:latin typeface="Calibri"/>
                <a:cs typeface="Calibri"/>
              </a:rPr>
              <a:t>d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n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5" dirty="0">
                <a:latin typeface="Calibri"/>
                <a:cs typeface="Calibri"/>
              </a:rPr>
              <a:t>t </a:t>
            </a:r>
            <a:r>
              <a:rPr sz="1900" i="1" spc="-5" dirty="0">
                <a:latin typeface="Calibri"/>
                <a:cs typeface="Calibri"/>
              </a:rPr>
              <a:t>b</a:t>
            </a:r>
            <a:r>
              <a:rPr sz="1900" i="1" dirty="0">
                <a:latin typeface="Calibri"/>
                <a:cs typeface="Calibri"/>
              </a:rPr>
              <a:t>e </a:t>
            </a:r>
            <a:r>
              <a:rPr sz="1900" i="1" spc="5" dirty="0">
                <a:latin typeface="Calibri"/>
                <a:cs typeface="Calibri"/>
              </a:rPr>
              <a:t>a</a:t>
            </a:r>
            <a:r>
              <a:rPr sz="1900" i="1" spc="35" dirty="0">
                <a:latin typeface="Calibri"/>
                <a:cs typeface="Calibri"/>
              </a:rPr>
              <a:t> </a:t>
            </a:r>
            <a:r>
              <a:rPr sz="1900" b="1" i="1" spc="15" dirty="0">
                <a:latin typeface="Calibri"/>
                <a:cs typeface="Calibri"/>
              </a:rPr>
              <a:t>m</a:t>
            </a:r>
            <a:r>
              <a:rPr sz="1900" b="1" i="1" spc="10" dirty="0">
                <a:latin typeface="Calibri"/>
                <a:cs typeface="Calibri"/>
              </a:rPr>
              <a:t>e</a:t>
            </a:r>
            <a:r>
              <a:rPr sz="1900" b="1" i="1" spc="-5" dirty="0">
                <a:latin typeface="Calibri"/>
                <a:cs typeface="Calibri"/>
              </a:rPr>
              <a:t>r</a:t>
            </a:r>
            <a:r>
              <a:rPr sz="1900" b="1" i="1" spc="5" dirty="0">
                <a:latin typeface="Calibri"/>
                <a:cs typeface="Calibri"/>
              </a:rPr>
              <a:t>e</a:t>
            </a:r>
            <a:r>
              <a:rPr sz="1900" b="1" i="1" spc="1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10" dirty="0">
                <a:latin typeface="Calibri"/>
                <a:cs typeface="Calibri"/>
              </a:rPr>
              <a:t>c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dirty="0">
                <a:latin typeface="Calibri"/>
                <a:cs typeface="Calibri"/>
              </a:rPr>
              <a:t>l</a:t>
            </a:r>
            <a:r>
              <a:rPr sz="1900" i="1" spc="5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5" dirty="0">
                <a:latin typeface="Calibri"/>
                <a:cs typeface="Calibri"/>
              </a:rPr>
              <a:t>f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h</a:t>
            </a:r>
            <a:r>
              <a:rPr sz="1900" i="1" dirty="0">
                <a:latin typeface="Calibri"/>
                <a:cs typeface="Calibri"/>
              </a:rPr>
              <a:t>e 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spc="-5" dirty="0">
                <a:latin typeface="Calibri"/>
                <a:cs typeface="Calibri"/>
              </a:rPr>
              <a:t>u</a:t>
            </a:r>
            <a:r>
              <a:rPr sz="1900" i="1" spc="5" dirty="0">
                <a:latin typeface="Calibri"/>
                <a:cs typeface="Calibri"/>
              </a:rPr>
              <a:t>b</a:t>
            </a:r>
            <a:r>
              <a:rPr sz="1900" i="1" spc="-10" dirty="0">
                <a:latin typeface="Calibri"/>
                <a:cs typeface="Calibri"/>
              </a:rPr>
              <a:t>je</a:t>
            </a:r>
            <a:r>
              <a:rPr sz="1900" i="1" spc="10" dirty="0">
                <a:latin typeface="Calibri"/>
                <a:cs typeface="Calibri"/>
              </a:rPr>
              <a:t>ct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co</a:t>
            </a:r>
            <a:r>
              <a:rPr sz="1900" i="1" spc="-5" dirty="0">
                <a:latin typeface="Calibri"/>
                <a:cs typeface="Calibri"/>
              </a:rPr>
              <a:t>v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5" dirty="0">
                <a:latin typeface="Calibri"/>
                <a:cs typeface="Calibri"/>
              </a:rPr>
              <a:t>d</a:t>
            </a:r>
            <a:r>
              <a:rPr sz="1900" i="1" dirty="0">
                <a:latin typeface="Calibri"/>
                <a:cs typeface="Calibri"/>
              </a:rPr>
              <a:t>,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5" dirty="0">
                <a:latin typeface="Calibri"/>
                <a:cs typeface="Calibri"/>
              </a:rPr>
              <a:t>p</a:t>
            </a:r>
            <a:r>
              <a:rPr sz="1900" i="1" spc="-5" dirty="0">
                <a:latin typeface="Calibri"/>
                <a:cs typeface="Calibri"/>
              </a:rPr>
              <a:t>le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dirty="0">
                <a:latin typeface="Calibri"/>
                <a:cs typeface="Calibri"/>
              </a:rPr>
              <a:t>e </a:t>
            </a:r>
            <a:r>
              <a:rPr sz="1900" i="1" spc="-5" dirty="0">
                <a:latin typeface="Calibri"/>
                <a:cs typeface="Calibri"/>
              </a:rPr>
              <a:t>w</a:t>
            </a:r>
            <a:r>
              <a:rPr sz="1900" i="1" spc="10" dirty="0">
                <a:latin typeface="Calibri"/>
                <a:cs typeface="Calibri"/>
              </a:rPr>
              <a:t>it</a:t>
            </a:r>
            <a:r>
              <a:rPr sz="1900" i="1" spc="5" dirty="0">
                <a:latin typeface="Calibri"/>
                <a:cs typeface="Calibri"/>
              </a:rPr>
              <a:t>h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spc="-5" dirty="0">
                <a:latin typeface="Calibri"/>
                <a:cs typeface="Calibri"/>
              </a:rPr>
              <a:t>u</a:t>
            </a:r>
            <a:r>
              <a:rPr sz="1900" i="1" spc="5" dirty="0">
                <a:latin typeface="Calibri"/>
                <a:cs typeface="Calibri"/>
              </a:rPr>
              <a:t>ch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dirty="0">
                <a:latin typeface="Calibri"/>
                <a:cs typeface="Calibri"/>
              </a:rPr>
              <a:t>x</a:t>
            </a:r>
            <a:r>
              <a:rPr sz="1900" i="1" spc="-5" dirty="0">
                <a:latin typeface="Calibri"/>
                <a:cs typeface="Calibri"/>
              </a:rPr>
              <a:t>p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spc="-5" dirty="0">
                <a:latin typeface="Calibri"/>
                <a:cs typeface="Calibri"/>
              </a:rPr>
              <a:t>s</a:t>
            </a:r>
            <a:r>
              <a:rPr sz="1900" i="1" spc="5" dirty="0">
                <a:latin typeface="Calibri"/>
                <a:cs typeface="Calibri"/>
              </a:rPr>
              <a:t>i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5" dirty="0">
                <a:latin typeface="Calibri"/>
                <a:cs typeface="Calibri"/>
              </a:rPr>
              <a:t>n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dirty="0">
                <a:latin typeface="Calibri"/>
                <a:cs typeface="Calibri"/>
              </a:rPr>
              <a:t> “i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d</a:t>
            </a:r>
            <a:r>
              <a:rPr sz="1900" i="1" spc="5" dirty="0">
                <a:latin typeface="Calibri"/>
                <a:cs typeface="Calibri"/>
              </a:rPr>
              <a:t>i</a:t>
            </a:r>
            <a:r>
              <a:rPr sz="1900" i="1" spc="-5" dirty="0">
                <a:latin typeface="Calibri"/>
                <a:cs typeface="Calibri"/>
              </a:rPr>
              <a:t>s</a:t>
            </a:r>
            <a:r>
              <a:rPr sz="1900" i="1" spc="10" dirty="0">
                <a:latin typeface="Calibri"/>
                <a:cs typeface="Calibri"/>
              </a:rPr>
              <a:t>c</a:t>
            </a:r>
            <a:r>
              <a:rPr sz="1900" i="1" spc="-5" dirty="0">
                <a:latin typeface="Calibri"/>
                <a:cs typeface="Calibri"/>
              </a:rPr>
              <a:t>us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5" dirty="0">
                <a:latin typeface="Calibri"/>
                <a:cs typeface="Calibri"/>
              </a:rPr>
              <a:t>d”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a</a:t>
            </a:r>
            <a:r>
              <a:rPr sz="1900" i="1" spc="-5" dirty="0">
                <a:latin typeface="Calibri"/>
                <a:cs typeface="Calibri"/>
              </a:rPr>
              <a:t>n</a:t>
            </a:r>
            <a:r>
              <a:rPr sz="1900" i="1" spc="5" dirty="0">
                <a:latin typeface="Calibri"/>
                <a:cs typeface="Calibri"/>
              </a:rPr>
              <a:t>d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“</a:t>
            </a:r>
            <a:r>
              <a:rPr sz="1900" i="1" dirty="0">
                <a:latin typeface="Calibri"/>
                <a:cs typeface="Calibri"/>
              </a:rPr>
              <a:t>is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d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-5" dirty="0">
                <a:latin typeface="Calibri"/>
                <a:cs typeface="Calibri"/>
              </a:rPr>
              <a:t>s</a:t>
            </a:r>
            <a:r>
              <a:rPr sz="1900" i="1" spc="10" dirty="0">
                <a:latin typeface="Calibri"/>
                <a:cs typeface="Calibri"/>
              </a:rPr>
              <a:t>c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5" dirty="0">
                <a:latin typeface="Calibri"/>
                <a:cs typeface="Calibri"/>
              </a:rPr>
              <a:t>b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-5" dirty="0">
                <a:latin typeface="Calibri"/>
                <a:cs typeface="Calibri"/>
              </a:rPr>
              <a:t>d.</a:t>
            </a:r>
            <a:r>
              <a:rPr sz="1900" i="1" spc="5" dirty="0">
                <a:latin typeface="Calibri"/>
                <a:cs typeface="Calibri"/>
              </a:rPr>
              <a:t>” 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5" dirty="0">
                <a:latin typeface="Calibri"/>
                <a:cs typeface="Calibri"/>
              </a:rPr>
              <a:t>t </a:t>
            </a:r>
            <a:r>
              <a:rPr sz="1900" i="1" spc="-5" dirty="0">
                <a:latin typeface="Calibri"/>
                <a:cs typeface="Calibri"/>
              </a:rPr>
              <a:t>s</a:t>
            </a:r>
            <a:r>
              <a:rPr sz="1900" i="1" spc="5" dirty="0">
                <a:latin typeface="Calibri"/>
                <a:cs typeface="Calibri"/>
              </a:rPr>
              <a:t>h</a:t>
            </a:r>
            <a:r>
              <a:rPr sz="1900" i="1" spc="-5" dirty="0">
                <a:latin typeface="Calibri"/>
                <a:cs typeface="Calibri"/>
              </a:rPr>
              <a:t>ou</a:t>
            </a:r>
            <a:r>
              <a:rPr sz="1900" i="1" spc="5" dirty="0">
                <a:latin typeface="Calibri"/>
                <a:cs typeface="Calibri"/>
              </a:rPr>
              <a:t>ld</a:t>
            </a:r>
            <a:r>
              <a:rPr sz="1900" i="1" dirty="0">
                <a:latin typeface="Calibri"/>
                <a:cs typeface="Calibri"/>
              </a:rPr>
              <a:t>  </a:t>
            </a:r>
            <a:r>
              <a:rPr sz="1900" i="1" spc="-5" dirty="0">
                <a:latin typeface="Calibri"/>
                <a:cs typeface="Calibri"/>
              </a:rPr>
              <a:t>b</a:t>
            </a:r>
            <a:r>
              <a:rPr sz="1900" i="1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a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co</a:t>
            </a:r>
            <a:r>
              <a:rPr sz="1900" i="1" spc="-5" dirty="0">
                <a:latin typeface="Calibri"/>
                <a:cs typeface="Calibri"/>
              </a:rPr>
              <a:t>nd</a:t>
            </a:r>
            <a:r>
              <a:rPr sz="1900" i="1" dirty="0">
                <a:latin typeface="Calibri"/>
                <a:cs typeface="Calibri"/>
              </a:rPr>
              <a:t>e</a:t>
            </a:r>
            <a:r>
              <a:rPr sz="1900" i="1" spc="-5" dirty="0">
                <a:latin typeface="Calibri"/>
                <a:cs typeface="Calibri"/>
              </a:rPr>
              <a:t>n</a:t>
            </a:r>
            <a:r>
              <a:rPr sz="1900" i="1" spc="5" dirty="0">
                <a:latin typeface="Calibri"/>
                <a:cs typeface="Calibri"/>
              </a:rPr>
              <a:t>s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io</a:t>
            </a:r>
            <a:r>
              <a:rPr sz="1900" i="1" spc="5" dirty="0">
                <a:latin typeface="Calibri"/>
                <a:cs typeface="Calibri"/>
              </a:rPr>
              <a:t>n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5" dirty="0">
                <a:latin typeface="Calibri"/>
                <a:cs typeface="Calibri"/>
              </a:rPr>
              <a:t>nd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c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5" dirty="0">
                <a:latin typeface="Calibri"/>
                <a:cs typeface="Calibri"/>
              </a:rPr>
              <a:t>nc</a:t>
            </a:r>
            <a:r>
              <a:rPr sz="1900" i="1" spc="-5" dirty="0">
                <a:latin typeface="Calibri"/>
                <a:cs typeface="Calibri"/>
              </a:rPr>
              <a:t>e</a:t>
            </a:r>
            <a:r>
              <a:rPr sz="1900" i="1" spc="5" dirty="0">
                <a:latin typeface="Calibri"/>
                <a:cs typeface="Calibri"/>
              </a:rPr>
              <a:t>n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10" dirty="0">
                <a:latin typeface="Calibri"/>
                <a:cs typeface="Calibri"/>
              </a:rPr>
              <a:t>r</a:t>
            </a:r>
            <a:r>
              <a:rPr sz="1900" i="1" spc="5" dirty="0">
                <a:latin typeface="Calibri"/>
                <a:cs typeface="Calibri"/>
              </a:rPr>
              <a:t>a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io</a:t>
            </a:r>
            <a:r>
              <a:rPr sz="1900" i="1" spc="5" dirty="0">
                <a:latin typeface="Calibri"/>
                <a:cs typeface="Calibri"/>
              </a:rPr>
              <a:t>n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os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h</a:t>
            </a:r>
            <a:r>
              <a:rPr sz="1900" i="1" dirty="0">
                <a:latin typeface="Calibri"/>
                <a:cs typeface="Calibri"/>
              </a:rPr>
              <a:t>e e</a:t>
            </a:r>
            <a:r>
              <a:rPr sz="1900" i="1" spc="-5" dirty="0">
                <a:latin typeface="Calibri"/>
                <a:cs typeface="Calibri"/>
              </a:rPr>
              <a:t>ss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spc="5" dirty="0">
                <a:latin typeface="Calibri"/>
                <a:cs typeface="Calibri"/>
              </a:rPr>
              <a:t>n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ia</a:t>
            </a:r>
            <a:r>
              <a:rPr sz="1900" i="1" dirty="0">
                <a:latin typeface="Calibri"/>
                <a:cs typeface="Calibri"/>
              </a:rPr>
              <a:t>l</a:t>
            </a:r>
            <a:r>
              <a:rPr sz="1900" i="1" spc="5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q</a:t>
            </a:r>
            <a:r>
              <a:rPr sz="1900" i="1" spc="5" dirty="0">
                <a:latin typeface="Calibri"/>
                <a:cs typeface="Calibri"/>
              </a:rPr>
              <a:t>u</a:t>
            </a:r>
            <a:r>
              <a:rPr sz="1900" i="1" spc="-5" dirty="0">
                <a:latin typeface="Calibri"/>
                <a:cs typeface="Calibri"/>
              </a:rPr>
              <a:t>a</a:t>
            </a:r>
            <a:r>
              <a:rPr sz="1900" i="1" spc="5" dirty="0">
                <a:latin typeface="Calibri"/>
                <a:cs typeface="Calibri"/>
              </a:rPr>
              <a:t>l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-5" dirty="0">
                <a:latin typeface="Calibri"/>
                <a:cs typeface="Calibri"/>
              </a:rPr>
              <a:t>i</a:t>
            </a:r>
            <a:r>
              <a:rPr sz="1900" i="1" spc="5" dirty="0">
                <a:latin typeface="Calibri"/>
                <a:cs typeface="Calibri"/>
              </a:rPr>
              <a:t>es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5" dirty="0">
                <a:latin typeface="Calibri"/>
                <a:cs typeface="Calibri"/>
              </a:rPr>
              <a:t>of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10" dirty="0">
                <a:latin typeface="Calibri"/>
                <a:cs typeface="Calibri"/>
              </a:rPr>
              <a:t>t</a:t>
            </a:r>
            <a:r>
              <a:rPr sz="1900" i="1" spc="5" dirty="0">
                <a:latin typeface="Calibri"/>
                <a:cs typeface="Calibri"/>
              </a:rPr>
              <a:t>h</a:t>
            </a:r>
            <a:r>
              <a:rPr sz="1900" i="1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p</a:t>
            </a:r>
            <a:r>
              <a:rPr sz="1900" i="1" spc="5" dirty="0">
                <a:latin typeface="Calibri"/>
                <a:cs typeface="Calibri"/>
              </a:rPr>
              <a:t>a</a:t>
            </a:r>
            <a:r>
              <a:rPr sz="1900" i="1" spc="-5" dirty="0">
                <a:latin typeface="Calibri"/>
                <a:cs typeface="Calibri"/>
              </a:rPr>
              <a:t>p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dirty="0">
                <a:latin typeface="Calibri"/>
                <a:cs typeface="Calibri"/>
              </a:rPr>
              <a:t>r</a:t>
            </a:r>
            <a:r>
              <a:rPr sz="1900" i="1" spc="5" dirty="0">
                <a:latin typeface="Calibri"/>
                <a:cs typeface="Calibri"/>
              </a:rPr>
              <a:t>.”</a:t>
            </a:r>
            <a:endParaRPr sz="1900" dirty="0">
              <a:latin typeface="Calibri"/>
              <a:cs typeface="Calibri"/>
            </a:endParaRPr>
          </a:p>
          <a:p>
            <a:pPr marL="382270" marR="502920" algn="just">
              <a:lnSpc>
                <a:spcPts val="2480"/>
              </a:lnSpc>
              <a:tabLst>
                <a:tab pos="1109980" algn="l"/>
              </a:tabLst>
            </a:pPr>
            <a:endParaRPr lang="en-US" sz="1900" dirty="0">
              <a:latin typeface="Times New Roman"/>
              <a:cs typeface="Times New Roman"/>
            </a:endParaRPr>
          </a:p>
          <a:p>
            <a:pPr marL="725170" marR="502920" indent="-342900" algn="just">
              <a:lnSpc>
                <a:spcPts val="2480"/>
              </a:lnSpc>
              <a:buFont typeface="Arial" panose="020B0604020202020204" pitchFamily="34" charset="0"/>
              <a:buChar char="•"/>
              <a:tabLst>
                <a:tab pos="1109980" algn="l"/>
              </a:tabLst>
            </a:pPr>
            <a:r>
              <a:rPr sz="2300" spc="-5" dirty="0">
                <a:latin typeface="Calibri"/>
                <a:cs typeface="Calibri"/>
              </a:rPr>
              <a:t>Althoug</a:t>
            </a:r>
            <a:r>
              <a:rPr sz="2300" dirty="0">
                <a:latin typeface="Calibri"/>
                <a:cs typeface="Calibri"/>
              </a:rPr>
              <a:t>h </a:t>
            </a:r>
            <a:r>
              <a:rPr sz="2300" spc="-15" dirty="0">
                <a:latin typeface="Calibri"/>
                <a:cs typeface="Calibri"/>
              </a:rPr>
              <a:t>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ab</a:t>
            </a:r>
            <a:r>
              <a:rPr sz="2300" spc="5" dirty="0">
                <a:latin typeface="Calibri"/>
                <a:cs typeface="Calibri"/>
              </a:rPr>
              <a:t>s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ra</a:t>
            </a:r>
            <a:r>
              <a:rPr sz="2300" spc="-15" dirty="0">
                <a:latin typeface="Calibri"/>
                <a:cs typeface="Calibri"/>
              </a:rPr>
              <a:t>c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app</a:t>
            </a:r>
            <a:r>
              <a:rPr sz="2300" spc="10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ar</a:t>
            </a:r>
            <a:r>
              <a:rPr sz="2300" dirty="0">
                <a:latin typeface="Calibri"/>
                <a:cs typeface="Calibri"/>
              </a:rPr>
              <a:t>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f</a:t>
            </a:r>
            <a:r>
              <a:rPr sz="2300" spc="-5" dirty="0">
                <a:latin typeface="Calibri"/>
                <a:cs typeface="Calibri"/>
              </a:rPr>
              <a:t>irs</a:t>
            </a:r>
            <a:r>
              <a:rPr sz="2300" dirty="0">
                <a:latin typeface="Calibri"/>
                <a:cs typeface="Calibri"/>
              </a:rPr>
              <a:t>t </a:t>
            </a:r>
            <a:r>
              <a:rPr sz="2300" spc="-10" dirty="0">
                <a:latin typeface="Calibri"/>
                <a:cs typeface="Calibri"/>
              </a:rPr>
              <a:t>i</a:t>
            </a:r>
            <a:r>
              <a:rPr sz="2300" dirty="0">
                <a:latin typeface="Calibri"/>
                <a:cs typeface="Calibri"/>
              </a:rPr>
              <a:t>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re</a:t>
            </a:r>
            <a:r>
              <a:rPr sz="2300" spc="5" dirty="0">
                <a:latin typeface="Calibri"/>
                <a:cs typeface="Calibri"/>
              </a:rPr>
              <a:t>p</a:t>
            </a:r>
            <a:r>
              <a:rPr sz="2300" spc="-5" dirty="0">
                <a:latin typeface="Calibri"/>
                <a:cs typeface="Calibri"/>
              </a:rPr>
              <a:t>o</a:t>
            </a:r>
            <a:r>
              <a:rPr sz="2300" spc="-15" dirty="0">
                <a:latin typeface="Calibri"/>
                <a:cs typeface="Calibri"/>
              </a:rPr>
              <a:t>rt</a:t>
            </a:r>
            <a:r>
              <a:rPr sz="2300" spc="-10" dirty="0">
                <a:latin typeface="Calibri"/>
                <a:cs typeface="Calibri"/>
              </a:rPr>
              <a:t>, </a:t>
            </a:r>
            <a:r>
              <a:rPr sz="2300" spc="-5" dirty="0">
                <a:latin typeface="Calibri"/>
                <a:cs typeface="Calibri"/>
              </a:rPr>
              <a:t>i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</a:t>
            </a:r>
            <a:r>
              <a:rPr sz="2300" dirty="0">
                <a:latin typeface="Calibri"/>
                <a:cs typeface="Calibri"/>
              </a:rPr>
              <a:t>s </a:t>
            </a:r>
            <a:r>
              <a:rPr sz="2300" spc="-5" dirty="0">
                <a:latin typeface="Calibri"/>
                <a:cs typeface="Calibri"/>
              </a:rPr>
              <a:t>us</a:t>
            </a:r>
            <a:r>
              <a:rPr sz="2300" spc="5" dirty="0">
                <a:latin typeface="Calibri"/>
                <a:cs typeface="Calibri"/>
              </a:rPr>
              <a:t>u</a:t>
            </a:r>
            <a:r>
              <a:rPr sz="2300" spc="-5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l</a:t>
            </a:r>
            <a:r>
              <a:rPr sz="2300" spc="10" dirty="0">
                <a:latin typeface="Calibri"/>
                <a:cs typeface="Calibri"/>
              </a:rPr>
              <a:t>l</a:t>
            </a:r>
            <a:r>
              <a:rPr sz="2300" spc="-15" dirty="0">
                <a:latin typeface="Calibri"/>
                <a:cs typeface="Calibri"/>
              </a:rPr>
              <a:t>y </a:t>
            </a:r>
            <a:r>
              <a:rPr sz="2300" spc="-20" dirty="0">
                <a:latin typeface="Calibri"/>
                <a:cs typeface="Calibri"/>
              </a:rPr>
              <a:t>w</a:t>
            </a:r>
            <a:r>
              <a:rPr sz="2300" spc="-15" dirty="0">
                <a:latin typeface="Calibri"/>
                <a:cs typeface="Calibri"/>
              </a:rPr>
              <a:t>ritte</a:t>
            </a:r>
            <a:r>
              <a:rPr sz="2300" dirty="0">
                <a:latin typeface="Calibri"/>
                <a:cs typeface="Calibri"/>
              </a:rPr>
              <a:t>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st.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AA62757-952B-472C-96D3-1B9E73C9A557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T</a:t>
            </a:r>
            <a:r>
              <a:rPr spc="-30"/>
              <a:t>h</a:t>
            </a:r>
            <a:r>
              <a:rPr spc="-20"/>
              <a:t>e</a:t>
            </a:r>
            <a:r>
              <a:rPr spc="-5"/>
              <a:t> </a:t>
            </a:r>
            <a:r>
              <a:rPr spc="-25"/>
              <a:t>A</a:t>
            </a:r>
            <a:r>
              <a:rPr spc="-5"/>
              <a:t>bs</a:t>
            </a:r>
            <a:r>
              <a:rPr spc="-20"/>
              <a:t>t</a:t>
            </a:r>
            <a:r>
              <a:rPr spc="-25"/>
              <a:t>r</a:t>
            </a:r>
            <a:r>
              <a:rPr spc="10"/>
              <a:t>a</a:t>
            </a:r>
            <a:r>
              <a:rPr spc="-25"/>
              <a:t>ct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23240" y="1671264"/>
            <a:ext cx="7344409" cy="423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270" indent="-242570">
              <a:lnSpc>
                <a:spcPct val="100000"/>
              </a:lnSpc>
              <a:buFont typeface="Trebuchet MS"/>
              <a:buChar char="•"/>
              <a:tabLst>
                <a:tab pos="255270" algn="l"/>
              </a:tabLst>
            </a:pPr>
            <a:r>
              <a:rPr sz="2050" spc="5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n </a:t>
            </a:r>
            <a:r>
              <a:rPr sz="2050" spc="-5" dirty="0">
                <a:latin typeface="Calibri"/>
                <a:cs typeface="Calibri"/>
              </a:rPr>
              <a:t>inf</a:t>
            </a:r>
            <a:r>
              <a:rPr sz="2050" dirty="0">
                <a:latin typeface="Calibri"/>
                <a:cs typeface="Calibri"/>
              </a:rPr>
              <a:t>or</a:t>
            </a:r>
            <a:r>
              <a:rPr sz="2050" spc="-10" dirty="0">
                <a:latin typeface="Calibri"/>
                <a:cs typeface="Calibri"/>
              </a:rPr>
              <a:t>ma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iv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t 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ingl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-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ed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-5" dirty="0">
                <a:latin typeface="Calibri"/>
                <a:cs typeface="Calibri"/>
              </a:rPr>
              <a:t>1</a:t>
            </a:r>
            <a:r>
              <a:rPr sz="2050" dirty="0">
                <a:latin typeface="Calibri"/>
                <a:cs typeface="Calibri"/>
              </a:rPr>
              <a:t>0</a:t>
            </a:r>
            <a:r>
              <a:rPr sz="2050" spc="-5" dirty="0">
                <a:latin typeface="Calibri"/>
                <a:cs typeface="Calibri"/>
              </a:rPr>
              <a:t>0</a:t>
            </a:r>
            <a:r>
              <a:rPr sz="2050" spc="5" dirty="0">
                <a:latin typeface="Calibri"/>
                <a:cs typeface="Calibri"/>
              </a:rPr>
              <a:t>-</a:t>
            </a:r>
            <a:r>
              <a:rPr sz="2050" spc="-5" dirty="0">
                <a:latin typeface="Calibri"/>
                <a:cs typeface="Calibri"/>
              </a:rPr>
              <a:t>25</a:t>
            </a:r>
            <a:r>
              <a:rPr sz="2050" dirty="0">
                <a:latin typeface="Calibri"/>
                <a:cs typeface="Calibri"/>
              </a:rPr>
              <a:t>0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w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-5" dirty="0">
                <a:latin typeface="Calibri"/>
                <a:cs typeface="Calibri"/>
              </a:rPr>
              <a:t>d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.</a:t>
            </a:r>
          </a:p>
          <a:p>
            <a:pPr marL="255270" marR="5080" indent="-242570">
              <a:lnSpc>
                <a:spcPct val="100000"/>
              </a:lnSpc>
              <a:spcBef>
                <a:spcPts val="1740"/>
              </a:spcBef>
              <a:buFont typeface="Trebuchet MS"/>
              <a:buChar char="•"/>
              <a:tabLst>
                <a:tab pos="255270" algn="l"/>
              </a:tabLst>
            </a:pP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5" dirty="0">
                <a:latin typeface="Calibri"/>
                <a:cs typeface="Calibri"/>
              </a:rPr>
              <a:t>lud</a:t>
            </a:r>
            <a:r>
              <a:rPr sz="2050" dirty="0">
                <a:latin typeface="Calibri"/>
                <a:cs typeface="Calibri"/>
              </a:rPr>
              <a:t>es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f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ll</a:t>
            </a:r>
            <a:r>
              <a:rPr sz="2050" dirty="0">
                <a:latin typeface="Calibri"/>
                <a:cs typeface="Calibri"/>
              </a:rPr>
              <a:t>ow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g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inf</a:t>
            </a:r>
            <a:r>
              <a:rPr sz="2050" dirty="0">
                <a:latin typeface="Calibri"/>
                <a:cs typeface="Calibri"/>
              </a:rPr>
              <a:t>or</a:t>
            </a:r>
            <a:r>
              <a:rPr sz="2050" spc="-10" dirty="0">
                <a:latin typeface="Calibri"/>
                <a:cs typeface="Calibri"/>
              </a:rPr>
              <a:t>m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ti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: 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j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c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,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me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d</a:t>
            </a:r>
            <a:r>
              <a:rPr sz="2050" dirty="0">
                <a:latin typeface="Calibri"/>
                <a:cs typeface="Calibri"/>
              </a:rPr>
              <a:t>,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res</a:t>
            </a:r>
            <a:r>
              <a:rPr sz="2050" spc="-5" dirty="0">
                <a:latin typeface="Calibri"/>
                <a:cs typeface="Calibri"/>
              </a:rPr>
              <a:t>ult</a:t>
            </a:r>
            <a:r>
              <a:rPr sz="2050" dirty="0">
                <a:latin typeface="Calibri"/>
                <a:cs typeface="Calibri"/>
              </a:rPr>
              <a:t>s,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5" dirty="0">
                <a:latin typeface="Calibri"/>
                <a:cs typeface="Calibri"/>
              </a:rPr>
              <a:t>lu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.</a:t>
            </a:r>
          </a:p>
          <a:p>
            <a:pPr marL="255270" marR="64135" indent="-242570">
              <a:lnSpc>
                <a:spcPct val="100400"/>
              </a:lnSpc>
              <a:spcBef>
                <a:spcPts val="1730"/>
              </a:spcBef>
              <a:buFont typeface="Trebuchet MS"/>
              <a:buChar char="•"/>
              <a:tabLst>
                <a:tab pos="255270" algn="l"/>
              </a:tabLst>
            </a:pP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d</a:t>
            </a:r>
            <a:r>
              <a:rPr sz="2050" dirty="0">
                <a:latin typeface="Calibri"/>
                <a:cs typeface="Calibri"/>
              </a:rPr>
              <a:t>oes</a:t>
            </a:r>
            <a:r>
              <a:rPr sz="2050" spc="-5" dirty="0">
                <a:latin typeface="Calibri"/>
                <a:cs typeface="Calibri"/>
              </a:rPr>
              <a:t> N</a:t>
            </a:r>
            <a:r>
              <a:rPr sz="2050" spc="-55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T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5" dirty="0">
                <a:latin typeface="Calibri"/>
                <a:cs typeface="Calibri"/>
              </a:rPr>
              <a:t>lud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ci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,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ro</a:t>
            </a:r>
            <a:r>
              <a:rPr sz="2050" spc="-5" dirty="0">
                <a:latin typeface="Calibri"/>
                <a:cs typeface="Calibri"/>
              </a:rPr>
              <a:t>ny</a:t>
            </a:r>
            <a:r>
              <a:rPr sz="2050" dirty="0">
                <a:latin typeface="Calibri"/>
                <a:cs typeface="Calibri"/>
              </a:rPr>
              <a:t>m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,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qu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,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bb</a:t>
            </a:r>
            <a:r>
              <a:rPr sz="2050" dirty="0">
                <a:latin typeface="Calibri"/>
                <a:cs typeface="Calibri"/>
              </a:rPr>
              <a:t>re</a:t>
            </a:r>
            <a:r>
              <a:rPr sz="2050" spc="5" dirty="0">
                <a:latin typeface="Calibri"/>
                <a:cs typeface="Calibri"/>
              </a:rPr>
              <a:t>v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, 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k</a:t>
            </a:r>
            <a:r>
              <a:rPr sz="2050" spc="-5" dirty="0">
                <a:latin typeface="Calibri"/>
                <a:cs typeface="Calibri"/>
              </a:rPr>
              <a:t>g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un</a:t>
            </a:r>
            <a:r>
              <a:rPr sz="2050" dirty="0">
                <a:latin typeface="Calibri"/>
                <a:cs typeface="Calibri"/>
              </a:rPr>
              <a:t>d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or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di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cu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of </a:t>
            </a:r>
            <a:r>
              <a:rPr sz="2050" spc="-10" dirty="0">
                <a:latin typeface="Calibri"/>
                <a:cs typeface="Calibri"/>
              </a:rPr>
              <a:t>f</a:t>
            </a:r>
            <a:r>
              <a:rPr sz="2050" spc="-5" dirty="0">
                <a:latin typeface="Calibri"/>
                <a:cs typeface="Calibri"/>
              </a:rPr>
              <a:t>utu</a:t>
            </a:r>
            <a:r>
              <a:rPr sz="2050" dirty="0">
                <a:latin typeface="Calibri"/>
                <a:cs typeface="Calibri"/>
              </a:rPr>
              <a:t>re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ear</a:t>
            </a:r>
            <a:r>
              <a:rPr sz="2050" spc="-5" dirty="0">
                <a:latin typeface="Calibri"/>
                <a:cs typeface="Calibri"/>
              </a:rPr>
              <a:t>ch</a:t>
            </a:r>
            <a:r>
              <a:rPr sz="2050" dirty="0">
                <a:latin typeface="Calibri"/>
                <a:cs typeface="Calibri"/>
              </a:rPr>
              <a:t>.</a:t>
            </a:r>
          </a:p>
          <a:p>
            <a:pPr marL="255270" marR="83820" indent="-242570">
              <a:lnSpc>
                <a:spcPct val="100000"/>
              </a:lnSpc>
              <a:spcBef>
                <a:spcPts val="1739"/>
              </a:spcBef>
              <a:buFont typeface="Trebuchet MS"/>
              <a:buChar char="•"/>
              <a:tabLst>
                <a:tab pos="255270" algn="l"/>
              </a:tabLst>
            </a:pP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nd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l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dirty="0">
                <a:latin typeface="Calibri"/>
                <a:cs typeface="Calibri"/>
              </a:rPr>
              <a:t>; a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rea</a:t>
            </a:r>
            <a:r>
              <a:rPr sz="2050" spc="-5" dirty="0">
                <a:latin typeface="Calibri"/>
                <a:cs typeface="Calibri"/>
              </a:rPr>
              <a:t>d</a:t>
            </a:r>
            <a:r>
              <a:rPr sz="2050" dirty="0">
                <a:latin typeface="Calibri"/>
                <a:cs typeface="Calibri"/>
              </a:rPr>
              <a:t>er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ul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bl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 g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-10" dirty="0">
                <a:latin typeface="Calibri"/>
                <a:cs typeface="Calibri"/>
              </a:rPr>
              <a:t>as</a:t>
            </a:r>
            <a:r>
              <a:rPr sz="2050" dirty="0">
                <a:latin typeface="Calibri"/>
                <a:cs typeface="Calibri"/>
              </a:rPr>
              <a:t>p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k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dirty="0">
                <a:latin typeface="Calibri"/>
                <a:cs typeface="Calibri"/>
              </a:rPr>
              <a:t>y res</a:t>
            </a:r>
            <a:r>
              <a:rPr sz="2050" spc="-5" dirty="0">
                <a:latin typeface="Calibri"/>
                <a:cs typeface="Calibri"/>
              </a:rPr>
              <a:t>u</a:t>
            </a:r>
            <a:r>
              <a:rPr sz="2050" spc="-15" dirty="0">
                <a:latin typeface="Calibri"/>
                <a:cs typeface="Calibri"/>
              </a:rPr>
              <a:t>l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f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re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dirty="0">
                <a:latin typeface="Calibri"/>
                <a:cs typeface="Calibri"/>
              </a:rPr>
              <a:t>ro</a:t>
            </a:r>
            <a:r>
              <a:rPr sz="2050" spc="-5" dirty="0">
                <a:latin typeface="Calibri"/>
                <a:cs typeface="Calibri"/>
              </a:rPr>
              <a:t>j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t </a:t>
            </a:r>
            <a:r>
              <a:rPr sz="2050" spc="-5" dirty="0">
                <a:latin typeface="Calibri"/>
                <a:cs typeface="Calibri"/>
              </a:rPr>
              <a:t>f</a:t>
            </a:r>
            <a:r>
              <a:rPr sz="2050" dirty="0">
                <a:latin typeface="Calibri"/>
                <a:cs typeface="Calibri"/>
              </a:rPr>
              <a:t>rom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rea</a:t>
            </a:r>
            <a:r>
              <a:rPr sz="2050" spc="-5" dirty="0">
                <a:latin typeface="Calibri"/>
                <a:cs typeface="Calibri"/>
              </a:rPr>
              <a:t>d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g</a:t>
            </a:r>
            <a:r>
              <a:rPr sz="2050" spc="5" dirty="0">
                <a:latin typeface="Calibri"/>
                <a:cs typeface="Calibri"/>
              </a:rPr>
              <a:t> 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ra</a:t>
            </a:r>
            <a:r>
              <a:rPr sz="2050" spc="-5" dirty="0">
                <a:latin typeface="Calibri"/>
                <a:cs typeface="Calibri"/>
              </a:rPr>
              <a:t>c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.</a:t>
            </a:r>
          </a:p>
          <a:p>
            <a:pPr marL="255270" marR="184150" indent="-242570">
              <a:lnSpc>
                <a:spcPct val="100000"/>
              </a:lnSpc>
              <a:spcBef>
                <a:spcPts val="1739"/>
              </a:spcBef>
              <a:buFont typeface="Trebuchet MS"/>
              <a:buChar char="•"/>
              <a:tabLst>
                <a:tab pos="255270" algn="l"/>
              </a:tabLst>
            </a:pPr>
            <a:r>
              <a:rPr sz="2050" spc="5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are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w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en </a:t>
            </a:r>
            <a:r>
              <a:rPr sz="2050" spc="-5" dirty="0">
                <a:latin typeface="Calibri"/>
                <a:cs typeface="Calibri"/>
              </a:rPr>
              <a:t>f</a:t>
            </a:r>
            <a:r>
              <a:rPr sz="2050" dirty="0">
                <a:latin typeface="Calibri"/>
                <a:cs typeface="Calibri"/>
              </a:rPr>
              <a:t>or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n e</a:t>
            </a:r>
            <a:r>
              <a:rPr sz="2050" spc="5" dirty="0">
                <a:latin typeface="Calibri"/>
                <a:cs typeface="Calibri"/>
              </a:rPr>
              <a:t>x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dirty="0">
                <a:latin typeface="Calibri"/>
                <a:cs typeface="Calibri"/>
              </a:rPr>
              <a:t>ert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udi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e; </a:t>
            </a:r>
            <a:r>
              <a:rPr sz="2050" spc="-5" dirty="0">
                <a:latin typeface="Calibri"/>
                <a:cs typeface="Calibri"/>
              </a:rPr>
              <a:t>thu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</a:t>
            </a:r>
            <a:r>
              <a:rPr sz="2050" dirty="0">
                <a:latin typeface="Calibri"/>
                <a:cs typeface="Calibri"/>
              </a:rPr>
              <a:t>ey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u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more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5" dirty="0">
                <a:latin typeface="Calibri"/>
                <a:cs typeface="Calibri"/>
              </a:rPr>
              <a:t>hnic</a:t>
            </a:r>
            <a:r>
              <a:rPr sz="2050" dirty="0">
                <a:latin typeface="Calibri"/>
                <a:cs typeface="Calibri"/>
              </a:rPr>
              <a:t>al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l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g</a:t>
            </a:r>
            <a:r>
              <a:rPr sz="2050" spc="-5" dirty="0">
                <a:latin typeface="Calibri"/>
                <a:cs typeface="Calibri"/>
              </a:rPr>
              <a:t>u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g</a:t>
            </a:r>
            <a:r>
              <a:rPr sz="2050" dirty="0">
                <a:latin typeface="Calibri"/>
                <a:cs typeface="Calibri"/>
              </a:rPr>
              <a:t>e.</a:t>
            </a:r>
          </a:p>
          <a:p>
            <a:pPr marL="255270" indent="-242570">
              <a:lnSpc>
                <a:spcPct val="100000"/>
              </a:lnSpc>
              <a:spcBef>
                <a:spcPts val="1739"/>
              </a:spcBef>
              <a:buFont typeface="Trebuchet MS"/>
              <a:buChar char="•"/>
              <a:tabLst>
                <a:tab pos="255270" algn="l"/>
              </a:tabLst>
            </a:pPr>
            <a:r>
              <a:rPr sz="2050" spc="5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are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spc="-15" dirty="0">
                <a:latin typeface="Calibri"/>
                <a:cs typeface="Calibri"/>
              </a:rPr>
              <a:t>l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ed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t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ginnin</a:t>
            </a:r>
            <a:r>
              <a:rPr sz="2050" dirty="0">
                <a:latin typeface="Calibri"/>
                <a:cs typeface="Calibri"/>
              </a:rPr>
              <a:t>g of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 d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cu</a:t>
            </a:r>
            <a:r>
              <a:rPr sz="2050" dirty="0">
                <a:latin typeface="Calibri"/>
                <a:cs typeface="Calibri"/>
              </a:rPr>
              <a:t>me</a:t>
            </a:r>
            <a:r>
              <a:rPr sz="2050" spc="-5" dirty="0">
                <a:latin typeface="Calibri"/>
                <a:cs typeface="Calibri"/>
              </a:rPr>
              <a:t>nt.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4E95D3F-E7B1-458E-BDFD-3F17948DF52F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5"/>
              <a:t>“</a:t>
            </a:r>
            <a:r>
              <a:t>E</a:t>
            </a:r>
            <a:r>
              <a:rPr spc="-5"/>
              <a:t>x</a:t>
            </a:r>
            <a:r>
              <a:rPr spc="-25"/>
              <a:t>ecu</a:t>
            </a:r>
            <a:r>
              <a:rPr spc="-10"/>
              <a:t>ti</a:t>
            </a:r>
            <a:r>
              <a:rPr spc="-30"/>
              <a:t>v</a:t>
            </a:r>
            <a:r>
              <a:rPr spc="-20"/>
              <a:t>e</a:t>
            </a:r>
            <a:r>
              <a:rPr spc="-10"/>
              <a:t> </a:t>
            </a:r>
            <a:r>
              <a:rPr spc="-5"/>
              <a:t>Su</a:t>
            </a:r>
            <a:r>
              <a:rPr spc="-10"/>
              <a:t>m</a:t>
            </a:r>
            <a:r>
              <a:rPr spc="-45"/>
              <a:t>m</a:t>
            </a:r>
            <a:r>
              <a:rPr spc="-20"/>
              <a:t>a</a:t>
            </a:r>
            <a:r>
              <a:rPr spc="-25"/>
              <a:t>r</a:t>
            </a:r>
            <a:r>
              <a:rPr spc="-15"/>
              <a:t>y?</a:t>
            </a:r>
            <a:r>
              <a:t>”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59740" y="1557944"/>
            <a:ext cx="7892415" cy="129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3210" marR="5080" indent="-270510">
              <a:lnSpc>
                <a:spcPct val="90100"/>
              </a:lnSpc>
              <a:buFont typeface="Trebuchet MS"/>
              <a:buChar char="•"/>
              <a:tabLst>
                <a:tab pos="283210" algn="l"/>
                <a:tab pos="3526790" algn="l"/>
              </a:tabLst>
            </a:pPr>
            <a:r>
              <a:rPr sz="2300" spc="-5" dirty="0">
                <a:latin typeface="Calibri"/>
                <a:cs typeface="Calibri"/>
              </a:rPr>
              <a:t>i</a:t>
            </a:r>
            <a:r>
              <a:rPr sz="2300" dirty="0">
                <a:latin typeface="Calibri"/>
                <a:cs typeface="Calibri"/>
              </a:rPr>
              <a:t>s </a:t>
            </a:r>
            <a:r>
              <a:rPr sz="2300" spc="-5" dirty="0">
                <a:latin typeface="Calibri"/>
                <a:cs typeface="Calibri"/>
              </a:rPr>
              <a:t>jus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w</a:t>
            </a:r>
            <a:r>
              <a:rPr sz="2300" spc="-5" dirty="0">
                <a:latin typeface="Calibri"/>
                <a:cs typeface="Calibri"/>
              </a:rPr>
              <a:t>h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y</a:t>
            </a:r>
            <a:r>
              <a:rPr sz="2300" spc="-10" dirty="0">
                <a:latin typeface="Calibri"/>
                <a:cs typeface="Calibri"/>
              </a:rPr>
              <a:t>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it</a:t>
            </a:r>
            <a:r>
              <a:rPr sz="2300" spc="-5" dirty="0">
                <a:latin typeface="Calibri"/>
                <a:cs typeface="Calibri"/>
              </a:rPr>
              <a:t> is</a:t>
            </a:r>
            <a:r>
              <a:rPr sz="2300" dirty="0">
                <a:latin typeface="Calibri"/>
                <a:cs typeface="Calibri"/>
              </a:rPr>
              <a:t>: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 s</a:t>
            </a:r>
            <a:r>
              <a:rPr sz="2300" spc="5" dirty="0">
                <a:latin typeface="Calibri"/>
                <a:cs typeface="Calibri"/>
              </a:rPr>
              <a:t>u</a:t>
            </a:r>
            <a:r>
              <a:rPr sz="2300" spc="-30" dirty="0">
                <a:latin typeface="Calibri"/>
                <a:cs typeface="Calibri"/>
              </a:rPr>
              <a:t>m</a:t>
            </a:r>
            <a:r>
              <a:rPr sz="2300" spc="-20" dirty="0">
                <a:latin typeface="Calibri"/>
                <a:cs typeface="Calibri"/>
              </a:rPr>
              <a:t>m</a:t>
            </a:r>
            <a:r>
              <a:rPr sz="2300" spc="-5" dirty="0">
                <a:latin typeface="Calibri"/>
                <a:cs typeface="Calibri"/>
              </a:rPr>
              <a:t>ar</a:t>
            </a:r>
            <a:r>
              <a:rPr sz="2300" spc="-15" dirty="0">
                <a:latin typeface="Calibri"/>
                <a:cs typeface="Calibri"/>
              </a:rPr>
              <a:t>y</a:t>
            </a:r>
            <a:r>
              <a:rPr sz="2300" spc="-5" dirty="0">
                <a:latin typeface="Calibri"/>
                <a:cs typeface="Calibri"/>
              </a:rPr>
              <a:t> o</a:t>
            </a:r>
            <a:r>
              <a:rPr sz="2300" dirty="0">
                <a:latin typeface="Calibri"/>
                <a:cs typeface="Calibri"/>
              </a:rPr>
              <a:t>f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ntir</a:t>
            </a:r>
            <a:r>
              <a:rPr sz="2300" dirty="0">
                <a:latin typeface="Calibri"/>
                <a:cs typeface="Calibri"/>
              </a:rPr>
              <a:t>e </a:t>
            </a:r>
            <a:r>
              <a:rPr sz="2300" spc="-5" dirty="0">
                <a:latin typeface="Calibri"/>
                <a:cs typeface="Calibri"/>
              </a:rPr>
              <a:t>d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5" dirty="0">
                <a:latin typeface="Calibri"/>
                <a:cs typeface="Calibri"/>
              </a:rPr>
              <a:t>cu</a:t>
            </a:r>
            <a:r>
              <a:rPr sz="2300" dirty="0">
                <a:latin typeface="Calibri"/>
                <a:cs typeface="Calibri"/>
              </a:rPr>
              <a:t>m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nt </a:t>
            </a:r>
            <a:r>
              <a:rPr sz="2300" spc="5" dirty="0">
                <a:latin typeface="Calibri"/>
                <a:cs typeface="Calibri"/>
              </a:rPr>
              <a:t>d</a:t>
            </a:r>
            <a:r>
              <a:rPr sz="2300" spc="-10" dirty="0">
                <a:latin typeface="Calibri"/>
                <a:cs typeface="Calibri"/>
              </a:rPr>
              <a:t>i</a:t>
            </a:r>
            <a:r>
              <a:rPr sz="2300" spc="-5" dirty="0">
                <a:latin typeface="Calibri"/>
                <a:cs typeface="Calibri"/>
              </a:rPr>
              <a:t>r</a:t>
            </a:r>
            <a:r>
              <a:rPr sz="2300" spc="-15" dirty="0">
                <a:latin typeface="Calibri"/>
                <a:cs typeface="Calibri"/>
              </a:rPr>
              <a:t>ecte</a:t>
            </a:r>
            <a:r>
              <a:rPr sz="2300" dirty="0">
                <a:latin typeface="Calibri"/>
                <a:cs typeface="Calibri"/>
              </a:rPr>
              <a:t>d</a:t>
            </a:r>
            <a:r>
              <a:rPr sz="2300" spc="-5" dirty="0">
                <a:latin typeface="Calibri"/>
                <a:cs typeface="Calibri"/>
              </a:rPr>
              <a:t> a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x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cutiv</a:t>
            </a:r>
            <a:r>
              <a:rPr sz="2300" dirty="0">
                <a:latin typeface="Calibri"/>
                <a:cs typeface="Calibri"/>
              </a:rPr>
              <a:t>e -	</a:t>
            </a:r>
            <a:r>
              <a:rPr sz="2300" spc="-25" dirty="0">
                <a:latin typeface="Calibri"/>
                <a:cs typeface="Calibri"/>
              </a:rPr>
              <a:t>w</a:t>
            </a:r>
            <a:r>
              <a:rPr sz="2300" spc="-5" dirty="0">
                <a:latin typeface="Calibri"/>
                <a:cs typeface="Calibri"/>
              </a:rPr>
              <a:t>h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m</a:t>
            </a:r>
            <a:r>
              <a:rPr sz="2300" spc="-5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y</a:t>
            </a:r>
            <a:r>
              <a:rPr sz="2300" spc="-5" dirty="0">
                <a:latin typeface="Calibri"/>
                <a:cs typeface="Calibri"/>
              </a:rPr>
              <a:t> o</a:t>
            </a:r>
            <a:r>
              <a:rPr sz="2300" spc="-10" dirty="0">
                <a:latin typeface="Calibri"/>
                <a:cs typeface="Calibri"/>
              </a:rPr>
              <a:t>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m</a:t>
            </a:r>
            <a:r>
              <a:rPr sz="2300" spc="-5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y</a:t>
            </a:r>
            <a:r>
              <a:rPr sz="2300" spc="-5" dirty="0">
                <a:latin typeface="Calibri"/>
                <a:cs typeface="Calibri"/>
              </a:rPr>
              <a:t> n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b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 a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te</a:t>
            </a:r>
            <a:r>
              <a:rPr sz="2300" spc="-5" dirty="0">
                <a:latin typeface="Calibri"/>
                <a:cs typeface="Calibri"/>
              </a:rPr>
              <a:t>ch</a:t>
            </a:r>
            <a:r>
              <a:rPr sz="2300" spc="5" dirty="0">
                <a:latin typeface="Calibri"/>
                <a:cs typeface="Calibri"/>
              </a:rPr>
              <a:t>n</a:t>
            </a:r>
            <a:r>
              <a:rPr sz="2300" spc="-5" dirty="0">
                <a:latin typeface="Calibri"/>
                <a:cs typeface="Calibri"/>
              </a:rPr>
              <a:t>ica</a:t>
            </a:r>
            <a:r>
              <a:rPr sz="2300" dirty="0">
                <a:latin typeface="Calibri"/>
                <a:cs typeface="Calibri"/>
              </a:rPr>
              <a:t>l 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x</a:t>
            </a:r>
            <a:r>
              <a:rPr sz="2300" spc="-20" dirty="0">
                <a:latin typeface="Calibri"/>
                <a:cs typeface="Calibri"/>
              </a:rPr>
              <a:t>p</a:t>
            </a:r>
            <a:r>
              <a:rPr sz="2300" spc="-5" dirty="0">
                <a:latin typeface="Calibri"/>
                <a:cs typeface="Calibri"/>
              </a:rPr>
              <a:t>e</a:t>
            </a:r>
            <a:r>
              <a:rPr sz="2300" spc="-15" dirty="0">
                <a:latin typeface="Calibri"/>
                <a:cs typeface="Calibri"/>
              </a:rPr>
              <a:t>r</a:t>
            </a:r>
            <a:r>
              <a:rPr sz="2300" spc="-10" dirty="0">
                <a:latin typeface="Calibri"/>
                <a:cs typeface="Calibri"/>
              </a:rPr>
              <a:t>t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n</a:t>
            </a:r>
            <a:r>
              <a:rPr sz="2300" dirty="0">
                <a:latin typeface="Calibri"/>
                <a:cs typeface="Calibri"/>
              </a:rPr>
              <a:t>d </a:t>
            </a:r>
            <a:r>
              <a:rPr sz="2300" spc="-30" dirty="0">
                <a:latin typeface="Calibri"/>
                <a:cs typeface="Calibri"/>
              </a:rPr>
              <a:t>m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y</a:t>
            </a:r>
            <a:r>
              <a:rPr sz="2300" spc="-5" dirty="0">
                <a:latin typeface="Calibri"/>
                <a:cs typeface="Calibri"/>
              </a:rPr>
              <a:t> no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re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r</a:t>
            </a:r>
            <a:r>
              <a:rPr sz="2300" spc="-5" dirty="0">
                <a:latin typeface="Calibri"/>
                <a:cs typeface="Calibri"/>
              </a:rPr>
              <a:t>es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</a:t>
            </a:r>
            <a:r>
              <a:rPr sz="2300" dirty="0">
                <a:latin typeface="Calibri"/>
                <a:cs typeface="Calibri"/>
              </a:rPr>
              <a:t>f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spc="5" dirty="0">
                <a:latin typeface="Calibri"/>
                <a:cs typeface="Calibri"/>
              </a:rPr>
              <a:t>h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d</a:t>
            </a:r>
            <a:r>
              <a:rPr sz="2300" spc="-5" dirty="0">
                <a:latin typeface="Calibri"/>
                <a:cs typeface="Calibri"/>
              </a:rPr>
              <a:t>ocu</a:t>
            </a:r>
            <a:r>
              <a:rPr sz="2300" dirty="0">
                <a:latin typeface="Calibri"/>
                <a:cs typeface="Calibri"/>
              </a:rPr>
              <a:t>m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n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bu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ha</a:t>
            </a:r>
            <a:r>
              <a:rPr sz="2300" dirty="0">
                <a:latin typeface="Calibri"/>
                <a:cs typeface="Calibri"/>
              </a:rPr>
              <a:t>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be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bl</a:t>
            </a:r>
            <a:r>
              <a:rPr sz="2300" dirty="0">
                <a:latin typeface="Calibri"/>
                <a:cs typeface="Calibri"/>
              </a:rPr>
              <a:t>e 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5" dirty="0">
                <a:latin typeface="Calibri"/>
                <a:cs typeface="Calibri"/>
              </a:rPr>
              <a:t> un</a:t>
            </a:r>
            <a:r>
              <a:rPr sz="2300" spc="5" dirty="0">
                <a:latin typeface="Calibri"/>
                <a:cs typeface="Calibri"/>
              </a:rPr>
              <a:t>d</a:t>
            </a:r>
            <a:r>
              <a:rPr sz="2300" spc="-15" dirty="0">
                <a:latin typeface="Calibri"/>
                <a:cs typeface="Calibri"/>
              </a:rPr>
              <a:t>erst</a:t>
            </a:r>
            <a:r>
              <a:rPr sz="2300" spc="-10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n</a:t>
            </a:r>
            <a:r>
              <a:rPr sz="2300" dirty="0">
                <a:latin typeface="Calibri"/>
                <a:cs typeface="Calibri"/>
              </a:rPr>
              <a:t>d </a:t>
            </a:r>
            <a:r>
              <a:rPr sz="2300" spc="-25" dirty="0">
                <a:latin typeface="Calibri"/>
                <a:cs typeface="Calibri"/>
              </a:rPr>
              <a:t>t</a:t>
            </a:r>
            <a:r>
              <a:rPr sz="2300" spc="5" dirty="0">
                <a:latin typeface="Calibri"/>
                <a:cs typeface="Calibri"/>
              </a:rPr>
              <a:t>h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d</a:t>
            </a:r>
            <a:r>
              <a:rPr sz="2300" spc="-5" dirty="0">
                <a:latin typeface="Calibri"/>
                <a:cs typeface="Calibri"/>
              </a:rPr>
              <a:t>ocu</a:t>
            </a:r>
            <a:r>
              <a:rPr sz="2300" dirty="0">
                <a:latin typeface="Calibri"/>
                <a:cs typeface="Calibri"/>
              </a:rPr>
              <a:t>m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n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b</a:t>
            </a:r>
            <a:r>
              <a:rPr sz="2300" spc="-5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se</a:t>
            </a:r>
            <a:r>
              <a:rPr sz="2300" dirty="0">
                <a:latin typeface="Calibri"/>
                <a:cs typeface="Calibri"/>
              </a:rPr>
              <a:t>d</a:t>
            </a:r>
            <a:r>
              <a:rPr sz="2300" spc="-5" dirty="0">
                <a:latin typeface="Calibri"/>
                <a:cs typeface="Calibri"/>
              </a:rPr>
              <a:t> o</a:t>
            </a:r>
            <a:r>
              <a:rPr sz="2300" dirty="0">
                <a:latin typeface="Calibri"/>
                <a:cs typeface="Calibri"/>
              </a:rPr>
              <a:t>n</a:t>
            </a:r>
            <a:r>
              <a:rPr sz="2300" spc="-5" dirty="0">
                <a:latin typeface="Calibri"/>
                <a:cs typeface="Calibri"/>
              </a:rPr>
              <a:t> thi</a:t>
            </a:r>
            <a:r>
              <a:rPr sz="2300" dirty="0">
                <a:latin typeface="Calibri"/>
                <a:cs typeface="Calibri"/>
              </a:rPr>
              <a:t>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</a:t>
            </a:r>
            <a:r>
              <a:rPr sz="2300" spc="-20" dirty="0">
                <a:latin typeface="Calibri"/>
                <a:cs typeface="Calibri"/>
              </a:rPr>
              <a:t>n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pa</a:t>
            </a:r>
            <a:r>
              <a:rPr sz="2300" spc="-20" dirty="0">
                <a:latin typeface="Calibri"/>
                <a:cs typeface="Calibri"/>
              </a:rPr>
              <a:t>g</a:t>
            </a:r>
            <a:r>
              <a:rPr sz="2300" spc="-1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7900" y="2918562"/>
            <a:ext cx="117475" cy="2047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506729" y="1662429"/>
            <a:ext cx="8130540" cy="4269566"/>
          </a:xfrm>
          <a:prstGeom prst="rect">
            <a:avLst/>
          </a:prstGeom>
        </p:spPr>
        <p:txBody>
          <a:bodyPr vert="horz" wrap="square" lIns="0" tIns="1252537" rIns="0" bIns="0" rtlCol="0">
            <a:spAutoFit/>
          </a:bodyPr>
          <a:lstStyle/>
          <a:p>
            <a:pPr marL="795020" marR="5416550">
              <a:lnSpc>
                <a:spcPct val="119600"/>
              </a:lnSpc>
            </a:pPr>
            <a:r>
              <a:rPr sz="1700">
                <a:solidFill>
                  <a:srgbClr val="000000"/>
                </a:solidFill>
              </a:rPr>
              <a:t>u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 spc="10">
                <a:solidFill>
                  <a:srgbClr val="000000"/>
                </a:solidFill>
              </a:rPr>
              <a:t>u</a:t>
            </a:r>
            <a:r>
              <a:rPr sz="1700" spc="5">
                <a:solidFill>
                  <a:srgbClr val="000000"/>
                </a:solidFill>
              </a:rPr>
              <a:t>a</a:t>
            </a:r>
            <a:r>
              <a:rPr sz="1700" spc="-10">
                <a:solidFill>
                  <a:srgbClr val="000000"/>
                </a:solidFill>
              </a:rPr>
              <a:t>l</a:t>
            </a:r>
            <a:r>
              <a:rPr sz="1700" spc="5">
                <a:solidFill>
                  <a:srgbClr val="000000"/>
                </a:solidFill>
              </a:rPr>
              <a:t>ly</a:t>
            </a:r>
            <a:r>
              <a:rPr sz="170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a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pag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0">
                <a:solidFill>
                  <a:srgbClr val="000000"/>
                </a:solidFill>
              </a:rPr>
              <a:t> o</a:t>
            </a:r>
            <a:r>
              <a:rPr sz="1700" spc="5">
                <a:solidFill>
                  <a:srgbClr val="000000"/>
                </a:solidFill>
              </a:rPr>
              <a:t>r</a:t>
            </a:r>
            <a:r>
              <a:rPr sz="1700">
                <a:solidFill>
                  <a:srgbClr val="000000"/>
                </a:solidFill>
              </a:rPr>
              <a:t> le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 spc="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 </a:t>
            </a:r>
            <a:endParaRPr lang="en-US" sz="1700">
              <a:solidFill>
                <a:srgbClr val="000000"/>
              </a:solidFill>
            </a:endParaRPr>
          </a:p>
          <a:p>
            <a:pPr marL="795020" marR="5416550">
              <a:lnSpc>
                <a:spcPct val="119600"/>
              </a:lnSpc>
            </a:pPr>
            <a:r>
              <a:rPr sz="1700">
                <a:solidFill>
                  <a:srgbClr val="000000"/>
                </a:solidFill>
              </a:rPr>
              <a:t>o</a:t>
            </a:r>
            <a:r>
              <a:rPr sz="1700" spc="5">
                <a:solidFill>
                  <a:srgbClr val="000000"/>
                </a:solidFill>
              </a:rPr>
              <a:t>n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a s</a:t>
            </a:r>
            <a:r>
              <a:rPr sz="1700">
                <a:solidFill>
                  <a:srgbClr val="000000"/>
                </a:solidFill>
              </a:rPr>
              <a:t>epar</a:t>
            </a:r>
            <a:r>
              <a:rPr sz="1700" spc="5">
                <a:solidFill>
                  <a:srgbClr val="000000"/>
                </a:solidFill>
              </a:rPr>
              <a:t>ate</a:t>
            </a:r>
            <a:r>
              <a:rPr sz="1700">
                <a:solidFill>
                  <a:srgbClr val="000000"/>
                </a:solidFill>
              </a:rPr>
              <a:t> </a:t>
            </a:r>
            <a:r>
              <a:rPr sz="1700" spc="10">
                <a:solidFill>
                  <a:srgbClr val="000000"/>
                </a:solidFill>
              </a:rPr>
              <a:t>p</a:t>
            </a:r>
            <a:r>
              <a:rPr sz="1700" spc="-5">
                <a:solidFill>
                  <a:srgbClr val="000000"/>
                </a:solidFill>
              </a:rPr>
              <a:t>a</a:t>
            </a:r>
            <a:r>
              <a:rPr sz="1700" spc="5">
                <a:solidFill>
                  <a:srgbClr val="000000"/>
                </a:solidFill>
              </a:rPr>
              <a:t>g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.</a:t>
            </a:r>
            <a:endParaRPr sz="1700"/>
          </a:p>
          <a:p>
            <a:pPr marL="795020" marR="1059180">
              <a:lnSpc>
                <a:spcPct val="119100"/>
              </a:lnSpc>
              <a:spcBef>
                <a:spcPts val="10"/>
              </a:spcBef>
            </a:pPr>
            <a:r>
              <a:rPr sz="1700" spc="5">
                <a:solidFill>
                  <a:srgbClr val="000000"/>
                </a:solidFill>
              </a:rPr>
              <a:t>app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 spc="-5">
                <a:solidFill>
                  <a:srgbClr val="000000"/>
                </a:solidFill>
              </a:rPr>
              <a:t>a</a:t>
            </a:r>
            <a:r>
              <a:rPr sz="1700">
                <a:solidFill>
                  <a:srgbClr val="000000"/>
                </a:solidFill>
              </a:rPr>
              <a:t>r</a:t>
            </a:r>
            <a:r>
              <a:rPr sz="1700" spc="5">
                <a:solidFill>
                  <a:srgbClr val="000000"/>
                </a:solidFill>
              </a:rPr>
              <a:t>s af</a:t>
            </a:r>
            <a:r>
              <a:rPr sz="1700" spc="-10">
                <a:solidFill>
                  <a:srgbClr val="000000"/>
                </a:solidFill>
              </a:rPr>
              <a:t>t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 spc="5">
                <a:solidFill>
                  <a:srgbClr val="000000"/>
                </a:solidFill>
              </a:rPr>
              <a:t>r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10">
                <a:solidFill>
                  <a:srgbClr val="000000"/>
                </a:solidFill>
              </a:rPr>
              <a:t>t</a:t>
            </a:r>
            <a:r>
              <a:rPr sz="1700">
                <a:solidFill>
                  <a:srgbClr val="000000"/>
                </a:solidFill>
              </a:rPr>
              <a:t>h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T</a:t>
            </a:r>
            <a:r>
              <a:rPr sz="1700" spc="5">
                <a:solidFill>
                  <a:srgbClr val="000000"/>
                </a:solidFill>
              </a:rPr>
              <a:t>able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o</a:t>
            </a:r>
            <a:r>
              <a:rPr sz="1700" spc="5">
                <a:solidFill>
                  <a:srgbClr val="000000"/>
                </a:solidFill>
              </a:rPr>
              <a:t>f</a:t>
            </a:r>
            <a:r>
              <a:rPr sz="1700">
                <a:solidFill>
                  <a:srgbClr val="000000"/>
                </a:solidFill>
              </a:rPr>
              <a:t> </a:t>
            </a:r>
            <a:r>
              <a:rPr sz="1700" spc="10">
                <a:solidFill>
                  <a:srgbClr val="000000"/>
                </a:solidFill>
              </a:rPr>
              <a:t>C</a:t>
            </a:r>
            <a:r>
              <a:rPr sz="1700">
                <a:solidFill>
                  <a:srgbClr val="000000"/>
                </a:solidFill>
              </a:rPr>
              <a:t>ontent</a:t>
            </a:r>
            <a:r>
              <a:rPr sz="1700" spc="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and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10">
                <a:solidFill>
                  <a:srgbClr val="000000"/>
                </a:solidFill>
              </a:rPr>
              <a:t>t</a:t>
            </a:r>
            <a:r>
              <a:rPr sz="1700">
                <a:solidFill>
                  <a:srgbClr val="000000"/>
                </a:solidFill>
              </a:rPr>
              <a:t>h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15">
                <a:solidFill>
                  <a:srgbClr val="000000"/>
                </a:solidFill>
              </a:rPr>
              <a:t>L</a:t>
            </a:r>
            <a:r>
              <a:rPr sz="1700" spc="-5">
                <a:solidFill>
                  <a:srgbClr val="000000"/>
                </a:solidFill>
              </a:rPr>
              <a:t>is</a:t>
            </a:r>
            <a:r>
              <a:rPr sz="1700" spc="5">
                <a:solidFill>
                  <a:srgbClr val="000000"/>
                </a:solidFill>
              </a:rPr>
              <a:t>t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o</a:t>
            </a:r>
            <a:r>
              <a:rPr sz="1700" spc="5">
                <a:solidFill>
                  <a:srgbClr val="000000"/>
                </a:solidFill>
              </a:rPr>
              <a:t>f</a:t>
            </a:r>
            <a:r>
              <a:rPr sz="1700">
                <a:solidFill>
                  <a:srgbClr val="000000"/>
                </a:solidFill>
              </a:rPr>
              <a:t> T</a:t>
            </a:r>
            <a:r>
              <a:rPr sz="1700" spc="5">
                <a:solidFill>
                  <a:srgbClr val="000000"/>
                </a:solidFill>
              </a:rPr>
              <a:t>abl</a:t>
            </a:r>
            <a:r>
              <a:rPr sz="1700">
                <a:solidFill>
                  <a:srgbClr val="000000"/>
                </a:solidFill>
              </a:rPr>
              <a:t>e</a:t>
            </a:r>
            <a:r>
              <a:rPr sz="1700" spc="5">
                <a:solidFill>
                  <a:srgbClr val="000000"/>
                </a:solidFill>
              </a:rPr>
              <a:t>s and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Figu</a:t>
            </a:r>
            <a:r>
              <a:rPr sz="1700" spc="10">
                <a:solidFill>
                  <a:srgbClr val="000000"/>
                </a:solidFill>
              </a:rPr>
              <a:t>r</a:t>
            </a:r>
            <a:r>
              <a:rPr sz="1700">
                <a:solidFill>
                  <a:srgbClr val="000000"/>
                </a:solidFill>
              </a:rPr>
              <a:t>e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. </a:t>
            </a:r>
            <a:endParaRPr lang="en-US" sz="1700">
              <a:solidFill>
                <a:srgbClr val="000000"/>
              </a:solidFill>
            </a:endParaRPr>
          </a:p>
          <a:p>
            <a:pPr marL="795020" marR="1059180">
              <a:lnSpc>
                <a:spcPct val="119100"/>
              </a:lnSpc>
              <a:spcBef>
                <a:spcPts val="10"/>
              </a:spcBef>
            </a:pPr>
            <a:r>
              <a:rPr sz="1700">
                <a:solidFill>
                  <a:srgbClr val="000000"/>
                </a:solidFill>
              </a:rPr>
              <a:t>is</a:t>
            </a:r>
            <a:r>
              <a:rPr sz="1700" spc="-5">
                <a:solidFill>
                  <a:srgbClr val="000000"/>
                </a:solidFill>
              </a:rPr>
              <a:t> </a:t>
            </a:r>
            <a:r>
              <a:rPr sz="1700" spc="10">
                <a:solidFill>
                  <a:srgbClr val="000000"/>
                </a:solidFill>
              </a:rPr>
              <a:t>d</a:t>
            </a:r>
            <a:r>
              <a:rPr sz="1700">
                <a:solidFill>
                  <a:srgbClr val="000000"/>
                </a:solidFill>
              </a:rPr>
              <a:t>oub</a:t>
            </a:r>
            <a:r>
              <a:rPr sz="1700" spc="5">
                <a:solidFill>
                  <a:srgbClr val="000000"/>
                </a:solidFill>
              </a:rPr>
              <a:t>le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pac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d.</a:t>
            </a:r>
            <a:endParaRPr sz="1700"/>
          </a:p>
          <a:p>
            <a:pPr marL="795020">
              <a:lnSpc>
                <a:spcPct val="100000"/>
              </a:lnSpc>
              <a:spcBef>
                <a:spcPts val="400"/>
              </a:spcBef>
            </a:pPr>
            <a:r>
              <a:rPr sz="1700">
                <a:solidFill>
                  <a:srgbClr val="000000"/>
                </a:solidFill>
              </a:rPr>
              <a:t>ha</a:t>
            </a:r>
            <a:r>
              <a:rPr sz="1700" spc="5">
                <a:solidFill>
                  <a:srgbClr val="000000"/>
                </a:solidFill>
              </a:rPr>
              <a:t>s </a:t>
            </a:r>
            <a:r>
              <a:rPr sz="1700">
                <a:solidFill>
                  <a:srgbClr val="000000"/>
                </a:solidFill>
              </a:rPr>
              <a:t>n</a:t>
            </a:r>
            <a:r>
              <a:rPr sz="1700" spc="5">
                <a:solidFill>
                  <a:srgbClr val="000000"/>
                </a:solidFill>
              </a:rPr>
              <a:t>o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refer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nc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cit</a:t>
            </a:r>
            <a:r>
              <a:rPr sz="1700" spc="-5">
                <a:solidFill>
                  <a:srgbClr val="000000"/>
                </a:solidFill>
              </a:rPr>
              <a:t>a</a:t>
            </a:r>
            <a:r>
              <a:rPr sz="1700">
                <a:solidFill>
                  <a:srgbClr val="000000"/>
                </a:solidFill>
              </a:rPr>
              <a:t>tion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.</a:t>
            </a:r>
            <a:endParaRPr sz="1700"/>
          </a:p>
          <a:p>
            <a:pPr marL="795020">
              <a:lnSpc>
                <a:spcPct val="100000"/>
              </a:lnSpc>
              <a:spcBef>
                <a:spcPts val="400"/>
              </a:spcBef>
            </a:pPr>
            <a:r>
              <a:rPr sz="1700">
                <a:solidFill>
                  <a:srgbClr val="000000"/>
                </a:solidFill>
              </a:rPr>
              <a:t>r</a:t>
            </a:r>
            <a:r>
              <a:rPr sz="1700" spc="5">
                <a:solidFill>
                  <a:srgbClr val="000000"/>
                </a:solidFill>
              </a:rPr>
              <a:t>a</a:t>
            </a:r>
            <a:r>
              <a:rPr sz="1700">
                <a:solidFill>
                  <a:srgbClr val="000000"/>
                </a:solidFill>
              </a:rPr>
              <a:t>r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10">
                <a:solidFill>
                  <a:srgbClr val="000000"/>
                </a:solidFill>
              </a:rPr>
              <a:t>t</a:t>
            </a:r>
            <a:r>
              <a:rPr sz="1700" spc="5">
                <a:solidFill>
                  <a:srgbClr val="000000"/>
                </a:solidFill>
              </a:rPr>
              <a:t>o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hav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g</a:t>
            </a:r>
            <a:r>
              <a:rPr sz="1700">
                <a:solidFill>
                  <a:srgbClr val="000000"/>
                </a:solidFill>
              </a:rPr>
              <a:t>r</a:t>
            </a:r>
            <a:r>
              <a:rPr sz="1700" spc="5">
                <a:solidFill>
                  <a:srgbClr val="000000"/>
                </a:solidFill>
              </a:rPr>
              <a:t>aph</a:t>
            </a:r>
            <a:r>
              <a:rPr sz="1700">
                <a:solidFill>
                  <a:srgbClr val="000000"/>
                </a:solidFill>
              </a:rPr>
              <a:t>ic</a:t>
            </a:r>
            <a:r>
              <a:rPr sz="1700" spc="5">
                <a:solidFill>
                  <a:srgbClr val="000000"/>
                </a:solidFill>
              </a:rPr>
              <a:t>s </a:t>
            </a:r>
            <a:r>
              <a:rPr sz="1700" spc="-10">
                <a:solidFill>
                  <a:srgbClr val="000000"/>
                </a:solidFill>
              </a:rPr>
              <a:t>i</a:t>
            </a:r>
            <a:r>
              <a:rPr sz="1700" spc="5">
                <a:solidFill>
                  <a:srgbClr val="000000"/>
                </a:solidFill>
              </a:rPr>
              <a:t>n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an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e</a:t>
            </a:r>
            <a:r>
              <a:rPr sz="1700" spc="-5">
                <a:solidFill>
                  <a:srgbClr val="000000"/>
                </a:solidFill>
              </a:rPr>
              <a:t>x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cut</a:t>
            </a:r>
            <a:r>
              <a:rPr sz="1700" spc="-10">
                <a:solidFill>
                  <a:srgbClr val="000000"/>
                </a:solidFill>
              </a:rPr>
              <a:t>i</a:t>
            </a:r>
            <a:r>
              <a:rPr sz="1700" spc="10">
                <a:solidFill>
                  <a:srgbClr val="000000"/>
                </a:solidFill>
              </a:rPr>
              <a:t>v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ummary.</a:t>
            </a:r>
            <a:endParaRPr sz="1700"/>
          </a:p>
          <a:p>
            <a:pPr marL="795020" marR="228600">
              <a:lnSpc>
                <a:spcPts val="1860"/>
              </a:lnSpc>
              <a:spcBef>
                <a:spcPts val="610"/>
              </a:spcBef>
            </a:pP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u</a:t>
            </a:r>
            <a:r>
              <a:rPr sz="1700" spc="15">
                <a:solidFill>
                  <a:srgbClr val="000000"/>
                </a:solidFill>
              </a:rPr>
              <a:t>m</a:t>
            </a:r>
            <a:r>
              <a:rPr sz="1700" spc="-5">
                <a:solidFill>
                  <a:srgbClr val="000000"/>
                </a:solidFill>
              </a:rPr>
              <a:t>m</a:t>
            </a:r>
            <a:r>
              <a:rPr sz="1700" spc="5">
                <a:solidFill>
                  <a:srgbClr val="000000"/>
                </a:solidFill>
              </a:rPr>
              <a:t>a</a:t>
            </a:r>
            <a:r>
              <a:rPr sz="1700">
                <a:solidFill>
                  <a:srgbClr val="000000"/>
                </a:solidFill>
              </a:rPr>
              <a:t>riz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 spc="5">
                <a:solidFill>
                  <a:srgbClr val="000000"/>
                </a:solidFill>
              </a:rPr>
              <a:t>s</a:t>
            </a:r>
            <a:r>
              <a:rPr sz="1700" spc="-5">
                <a:solidFill>
                  <a:srgbClr val="000000"/>
                </a:solidFill>
              </a:rPr>
              <a:t> </a:t>
            </a:r>
            <a:r>
              <a:rPr sz="1700" spc="10">
                <a:solidFill>
                  <a:srgbClr val="000000"/>
                </a:solidFill>
              </a:rPr>
              <a:t>b</a:t>
            </a:r>
            <a:r>
              <a:rPr sz="1700" spc="5">
                <a:solidFill>
                  <a:srgbClr val="000000"/>
                </a:solidFill>
              </a:rPr>
              <a:t>ac</a:t>
            </a:r>
            <a:r>
              <a:rPr sz="1700" spc="-5">
                <a:solidFill>
                  <a:srgbClr val="000000"/>
                </a:solidFill>
              </a:rPr>
              <a:t>k</a:t>
            </a:r>
            <a:r>
              <a:rPr sz="1700">
                <a:solidFill>
                  <a:srgbClr val="000000"/>
                </a:solidFill>
              </a:rPr>
              <a:t>gro</a:t>
            </a:r>
            <a:r>
              <a:rPr sz="1700" spc="10">
                <a:solidFill>
                  <a:srgbClr val="000000"/>
                </a:solidFill>
              </a:rPr>
              <a:t>u</a:t>
            </a:r>
            <a:r>
              <a:rPr sz="1700">
                <a:solidFill>
                  <a:srgbClr val="000000"/>
                </a:solidFill>
              </a:rPr>
              <a:t>n</a:t>
            </a:r>
            <a:r>
              <a:rPr sz="1700" spc="5">
                <a:solidFill>
                  <a:srgbClr val="000000"/>
                </a:solidFill>
              </a:rPr>
              <a:t>d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5">
                <a:solidFill>
                  <a:srgbClr val="000000"/>
                </a:solidFill>
              </a:rPr>
              <a:t>a</a:t>
            </a:r>
            <a:r>
              <a:rPr sz="1700" spc="10">
                <a:solidFill>
                  <a:srgbClr val="000000"/>
                </a:solidFill>
              </a:rPr>
              <a:t>n</a:t>
            </a:r>
            <a:r>
              <a:rPr sz="1700" spc="5">
                <a:solidFill>
                  <a:srgbClr val="000000"/>
                </a:solidFill>
              </a:rPr>
              <a:t>d</a:t>
            </a:r>
            <a:r>
              <a:rPr sz="170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s</a:t>
            </a:r>
            <a:r>
              <a:rPr sz="1700" spc="-10">
                <a:solidFill>
                  <a:srgbClr val="000000"/>
                </a:solidFill>
              </a:rPr>
              <a:t>i</a:t>
            </a:r>
            <a:r>
              <a:rPr sz="1700" spc="5">
                <a:solidFill>
                  <a:srgbClr val="000000"/>
                </a:solidFill>
              </a:rPr>
              <a:t>g</a:t>
            </a:r>
            <a:r>
              <a:rPr sz="1700">
                <a:solidFill>
                  <a:srgbClr val="000000"/>
                </a:solidFill>
              </a:rPr>
              <a:t>ni</a:t>
            </a:r>
            <a:r>
              <a:rPr sz="1700" spc="-5">
                <a:solidFill>
                  <a:srgbClr val="000000"/>
                </a:solidFill>
              </a:rPr>
              <a:t>f</a:t>
            </a:r>
            <a:r>
              <a:rPr sz="1700">
                <a:solidFill>
                  <a:srgbClr val="000000"/>
                </a:solidFill>
              </a:rPr>
              <a:t>icanc</a:t>
            </a:r>
            <a:r>
              <a:rPr sz="1700" spc="15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,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5">
                <a:solidFill>
                  <a:srgbClr val="000000"/>
                </a:solidFill>
              </a:rPr>
              <a:t>k</a:t>
            </a:r>
            <a:r>
              <a:rPr sz="1700">
                <a:solidFill>
                  <a:srgbClr val="000000"/>
                </a:solidFill>
              </a:rPr>
              <a:t>e</a:t>
            </a:r>
            <a:r>
              <a:rPr sz="1700" spc="5">
                <a:solidFill>
                  <a:srgbClr val="000000"/>
                </a:solidFill>
              </a:rPr>
              <a:t>y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conc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pt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,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ch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dule,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bud</a:t>
            </a:r>
            <a:r>
              <a:rPr sz="1700" spc="5">
                <a:solidFill>
                  <a:srgbClr val="000000"/>
                </a:solidFill>
              </a:rPr>
              <a:t>g</a:t>
            </a:r>
            <a:r>
              <a:rPr sz="1700">
                <a:solidFill>
                  <a:srgbClr val="000000"/>
                </a:solidFill>
              </a:rPr>
              <a:t>et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>
                <a:solidFill>
                  <a:srgbClr val="000000"/>
                </a:solidFill>
              </a:rPr>
              <a:t>,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and</a:t>
            </a:r>
            <a:r>
              <a:rPr sz="1700">
                <a:solidFill>
                  <a:srgbClr val="000000"/>
                </a:solidFill>
              </a:rPr>
              <a:t> co</a:t>
            </a:r>
            <a:r>
              <a:rPr sz="1700" spc="10">
                <a:solidFill>
                  <a:srgbClr val="000000"/>
                </a:solidFill>
              </a:rPr>
              <a:t>n</a:t>
            </a:r>
            <a:r>
              <a:rPr sz="1700">
                <a:solidFill>
                  <a:srgbClr val="000000"/>
                </a:solidFill>
              </a:rPr>
              <a:t>clud</a:t>
            </a:r>
            <a:r>
              <a:rPr sz="1700" spc="-10">
                <a:solidFill>
                  <a:srgbClr val="000000"/>
                </a:solidFill>
              </a:rPr>
              <a:t>i</a:t>
            </a:r>
            <a:r>
              <a:rPr sz="1700" spc="10">
                <a:solidFill>
                  <a:srgbClr val="000000"/>
                </a:solidFill>
              </a:rPr>
              <a:t>n</a:t>
            </a:r>
            <a:r>
              <a:rPr sz="1700" spc="5">
                <a:solidFill>
                  <a:srgbClr val="000000"/>
                </a:solidFill>
              </a:rPr>
              <a:t>g </a:t>
            </a:r>
            <a:r>
              <a:rPr sz="1700">
                <a:solidFill>
                  <a:srgbClr val="000000"/>
                </a:solidFill>
              </a:rPr>
              <a:t>rec</a:t>
            </a:r>
            <a:r>
              <a:rPr sz="1700" spc="10">
                <a:solidFill>
                  <a:srgbClr val="000000"/>
                </a:solidFill>
              </a:rPr>
              <a:t>o</a:t>
            </a:r>
            <a:r>
              <a:rPr sz="1700">
                <a:solidFill>
                  <a:srgbClr val="000000"/>
                </a:solidFill>
              </a:rPr>
              <a:t>mmendati</a:t>
            </a:r>
            <a:r>
              <a:rPr sz="1700" spc="10">
                <a:solidFill>
                  <a:srgbClr val="000000"/>
                </a:solidFill>
              </a:rPr>
              <a:t>o</a:t>
            </a:r>
            <a:r>
              <a:rPr sz="1700">
                <a:solidFill>
                  <a:srgbClr val="000000"/>
                </a:solidFill>
              </a:rPr>
              <a:t>n</a:t>
            </a:r>
            <a:r>
              <a:rPr sz="1700" spc="5">
                <a:solidFill>
                  <a:srgbClr val="000000"/>
                </a:solidFill>
              </a:rPr>
              <a:t>s </a:t>
            </a:r>
            <a:r>
              <a:rPr sz="1700" spc="-5">
                <a:solidFill>
                  <a:srgbClr val="000000"/>
                </a:solidFill>
              </a:rPr>
              <a:t>a</a:t>
            </a:r>
            <a:r>
              <a:rPr sz="1700" spc="10">
                <a:solidFill>
                  <a:srgbClr val="000000"/>
                </a:solidFill>
              </a:rPr>
              <a:t>n</a:t>
            </a:r>
            <a:r>
              <a:rPr sz="1700">
                <a:solidFill>
                  <a:srgbClr val="000000"/>
                </a:solidFill>
              </a:rPr>
              <a:t>d/o</a:t>
            </a:r>
            <a:r>
              <a:rPr sz="1700" spc="5">
                <a:solidFill>
                  <a:srgbClr val="000000"/>
                </a:solidFill>
              </a:rPr>
              <a:t>r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prop</a:t>
            </a:r>
            <a:r>
              <a:rPr sz="1700" spc="10">
                <a:solidFill>
                  <a:srgbClr val="000000"/>
                </a:solidFill>
              </a:rPr>
              <a:t>o</a:t>
            </a:r>
            <a:r>
              <a:rPr sz="1700" spc="-5">
                <a:solidFill>
                  <a:srgbClr val="000000"/>
                </a:solidFill>
              </a:rPr>
              <a:t>s</a:t>
            </a:r>
            <a:r>
              <a:rPr sz="1700" spc="5">
                <a:solidFill>
                  <a:srgbClr val="000000"/>
                </a:solidFill>
              </a:rPr>
              <a:t>a</a:t>
            </a:r>
            <a:r>
              <a:rPr sz="1700" spc="-5">
                <a:solidFill>
                  <a:srgbClr val="000000"/>
                </a:solidFill>
              </a:rPr>
              <a:t>ls</a:t>
            </a:r>
            <a:r>
              <a:rPr sz="1700">
                <a:solidFill>
                  <a:srgbClr val="000000"/>
                </a:solidFill>
              </a:rPr>
              <a:t>.</a:t>
            </a:r>
            <a:endParaRPr sz="1700"/>
          </a:p>
          <a:p>
            <a:pPr marL="795020" marR="5080">
              <a:lnSpc>
                <a:spcPts val="1860"/>
              </a:lnSpc>
              <a:spcBef>
                <a:spcPts val="580"/>
              </a:spcBef>
            </a:pPr>
            <a:r>
              <a:rPr sz="1700">
                <a:solidFill>
                  <a:srgbClr val="000000"/>
                </a:solidFill>
              </a:rPr>
              <a:t>th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5">
                <a:solidFill>
                  <a:srgbClr val="000000"/>
                </a:solidFill>
              </a:rPr>
              <a:t> </a:t>
            </a:r>
            <a:r>
              <a:rPr sz="1700" spc="-10">
                <a:solidFill>
                  <a:srgbClr val="000000"/>
                </a:solidFill>
              </a:rPr>
              <a:t>l</a:t>
            </a:r>
            <a:r>
              <a:rPr sz="1700" spc="5">
                <a:solidFill>
                  <a:srgbClr val="000000"/>
                </a:solidFill>
              </a:rPr>
              <a:t>ang</a:t>
            </a:r>
            <a:r>
              <a:rPr sz="1700">
                <a:solidFill>
                  <a:srgbClr val="000000"/>
                </a:solidFill>
              </a:rPr>
              <a:t>ua</a:t>
            </a:r>
            <a:r>
              <a:rPr sz="1700" spc="5">
                <a:solidFill>
                  <a:srgbClr val="000000"/>
                </a:solidFill>
              </a:rPr>
              <a:t>ge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10">
                <a:solidFill>
                  <a:srgbClr val="000000"/>
                </a:solidFill>
              </a:rPr>
              <a:t>i</a:t>
            </a:r>
            <a:r>
              <a:rPr sz="1700" spc="5">
                <a:solidFill>
                  <a:srgbClr val="000000"/>
                </a:solidFill>
              </a:rPr>
              <a:t>n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an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e</a:t>
            </a:r>
            <a:r>
              <a:rPr sz="1700" spc="-5">
                <a:solidFill>
                  <a:srgbClr val="000000"/>
                </a:solidFill>
              </a:rPr>
              <a:t>x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cuti</a:t>
            </a:r>
            <a:r>
              <a:rPr sz="1700" spc="-10">
                <a:solidFill>
                  <a:srgbClr val="000000"/>
                </a:solidFill>
              </a:rPr>
              <a:t>v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summary</a:t>
            </a:r>
            <a:r>
              <a:rPr sz="1700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is </a:t>
            </a:r>
            <a:r>
              <a:rPr sz="1700" spc="-5">
                <a:solidFill>
                  <a:srgbClr val="000000"/>
                </a:solidFill>
              </a:rPr>
              <a:t>f</a:t>
            </a:r>
            <a:r>
              <a:rPr sz="1700" spc="10">
                <a:solidFill>
                  <a:srgbClr val="000000"/>
                </a:solidFill>
              </a:rPr>
              <a:t>o</a:t>
            </a:r>
            <a:r>
              <a:rPr sz="1700" spc="5">
                <a:solidFill>
                  <a:srgbClr val="000000"/>
                </a:solidFill>
              </a:rPr>
              <a:t>r</a:t>
            </a:r>
            <a:r>
              <a:rPr sz="1700">
                <a:solidFill>
                  <a:srgbClr val="000000"/>
                </a:solidFill>
              </a:rPr>
              <a:t> th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5">
                <a:solidFill>
                  <a:srgbClr val="000000"/>
                </a:solidFill>
              </a:rPr>
              <a:t> </a:t>
            </a:r>
            <a:r>
              <a:rPr sz="1700" spc="5">
                <a:solidFill>
                  <a:srgbClr val="000000"/>
                </a:solidFill>
              </a:rPr>
              <a:t>g</a:t>
            </a:r>
            <a:r>
              <a:rPr sz="1700">
                <a:solidFill>
                  <a:srgbClr val="000000"/>
                </a:solidFill>
              </a:rPr>
              <a:t>en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r</a:t>
            </a:r>
            <a:r>
              <a:rPr sz="1700" spc="5">
                <a:solidFill>
                  <a:srgbClr val="000000"/>
                </a:solidFill>
              </a:rPr>
              <a:t>a</a:t>
            </a:r>
            <a:r>
              <a:rPr sz="1700" spc="-10">
                <a:solidFill>
                  <a:srgbClr val="000000"/>
                </a:solidFill>
              </a:rPr>
              <a:t>l</a:t>
            </a:r>
            <a:r>
              <a:rPr sz="1700">
                <a:solidFill>
                  <a:srgbClr val="000000"/>
                </a:solidFill>
              </a:rPr>
              <a:t>,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ed</a:t>
            </a:r>
            <a:r>
              <a:rPr sz="1700" spc="15">
                <a:solidFill>
                  <a:srgbClr val="000000"/>
                </a:solidFill>
              </a:rPr>
              <a:t>u</a:t>
            </a:r>
            <a:r>
              <a:rPr sz="1700">
                <a:solidFill>
                  <a:srgbClr val="000000"/>
                </a:solidFill>
              </a:rPr>
              <a:t>ca</a:t>
            </a:r>
            <a:r>
              <a:rPr sz="1700" spc="-5">
                <a:solidFill>
                  <a:srgbClr val="000000"/>
                </a:solidFill>
              </a:rPr>
              <a:t>t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 spc="5">
                <a:solidFill>
                  <a:srgbClr val="000000"/>
                </a:solidFill>
              </a:rPr>
              <a:t>d</a:t>
            </a:r>
            <a:r>
              <a:rPr sz="1700">
                <a:solidFill>
                  <a:srgbClr val="000000"/>
                </a:solidFill>
              </a:rPr>
              <a:t> r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 spc="5">
                <a:solidFill>
                  <a:srgbClr val="000000"/>
                </a:solidFill>
              </a:rPr>
              <a:t>ade</a:t>
            </a:r>
            <a:r>
              <a:rPr sz="1700">
                <a:solidFill>
                  <a:srgbClr val="000000"/>
                </a:solidFill>
              </a:rPr>
              <a:t>r,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no</a:t>
            </a:r>
            <a:r>
              <a:rPr sz="1700" spc="5">
                <a:solidFill>
                  <a:srgbClr val="000000"/>
                </a:solidFill>
              </a:rPr>
              <a:t>t</a:t>
            </a:r>
            <a:r>
              <a:rPr sz="1700" spc="10">
                <a:solidFill>
                  <a:srgbClr val="000000"/>
                </a:solidFill>
              </a:rPr>
              <a:t> </a:t>
            </a:r>
            <a:r>
              <a:rPr sz="1700" spc="-5">
                <a:solidFill>
                  <a:srgbClr val="000000"/>
                </a:solidFill>
              </a:rPr>
              <a:t>f</a:t>
            </a:r>
            <a:r>
              <a:rPr sz="1700" spc="10">
                <a:solidFill>
                  <a:srgbClr val="000000"/>
                </a:solidFill>
              </a:rPr>
              <a:t>o</a:t>
            </a:r>
            <a:r>
              <a:rPr sz="1700" spc="5">
                <a:solidFill>
                  <a:srgbClr val="000000"/>
                </a:solidFill>
              </a:rPr>
              <a:t>r</a:t>
            </a:r>
            <a:r>
              <a:rPr sz="1700">
                <a:solidFill>
                  <a:srgbClr val="000000"/>
                </a:solidFill>
              </a:rPr>
              <a:t> th</a:t>
            </a:r>
            <a:r>
              <a:rPr sz="1700" spc="5">
                <a:solidFill>
                  <a:srgbClr val="000000"/>
                </a:solidFill>
              </a:rPr>
              <a:t>e</a:t>
            </a:r>
            <a:r>
              <a:rPr sz="1700" spc="15">
                <a:solidFill>
                  <a:srgbClr val="000000"/>
                </a:solidFill>
              </a:rPr>
              <a:t> </a:t>
            </a:r>
            <a:r>
              <a:rPr sz="1700">
                <a:solidFill>
                  <a:srgbClr val="000000"/>
                </a:solidFill>
              </a:rPr>
              <a:t>technical</a:t>
            </a:r>
            <a:r>
              <a:rPr sz="1700" spc="5">
                <a:solidFill>
                  <a:srgbClr val="000000"/>
                </a:solidFill>
              </a:rPr>
              <a:t> 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 spc="-5">
                <a:solidFill>
                  <a:srgbClr val="000000"/>
                </a:solidFill>
              </a:rPr>
              <a:t>x</a:t>
            </a:r>
            <a:r>
              <a:rPr sz="1700">
                <a:solidFill>
                  <a:srgbClr val="000000"/>
                </a:solidFill>
              </a:rPr>
              <a:t>p</a:t>
            </a:r>
            <a:r>
              <a:rPr sz="1700" spc="10">
                <a:solidFill>
                  <a:srgbClr val="000000"/>
                </a:solidFill>
              </a:rPr>
              <a:t>e</a:t>
            </a:r>
            <a:r>
              <a:rPr sz="1700">
                <a:solidFill>
                  <a:srgbClr val="000000"/>
                </a:solidFill>
              </a:rPr>
              <a:t>r</a:t>
            </a:r>
            <a:r>
              <a:rPr sz="1700" spc="-10">
                <a:solidFill>
                  <a:srgbClr val="000000"/>
                </a:solidFill>
              </a:rPr>
              <a:t>t</a:t>
            </a:r>
            <a:r>
              <a:rPr sz="1700">
                <a:solidFill>
                  <a:srgbClr val="000000"/>
                </a:solidFill>
              </a:rPr>
              <a:t>.</a:t>
            </a:r>
            <a:endParaRPr sz="1700" dirty="0"/>
          </a:p>
        </p:txBody>
      </p:sp>
      <p:sp>
        <p:nvSpPr>
          <p:cNvPr id="8" name="object 8"/>
          <p:cNvSpPr txBox="1"/>
          <p:nvPr/>
        </p:nvSpPr>
        <p:spPr>
          <a:xfrm>
            <a:off x="977900" y="5321402"/>
            <a:ext cx="11747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200" y="5995943"/>
            <a:ext cx="8559800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900" b="1" spc="10" dirty="0">
                <a:latin typeface="Calibri"/>
                <a:cs typeface="Calibri"/>
              </a:rPr>
              <a:t>S</a:t>
            </a:r>
            <a:r>
              <a:rPr sz="1900" b="1" dirty="0">
                <a:latin typeface="Calibri"/>
                <a:cs typeface="Calibri"/>
              </a:rPr>
              <a:t>ugg</a:t>
            </a:r>
            <a:r>
              <a:rPr sz="1900" b="1" spc="5" dirty="0">
                <a:latin typeface="Calibri"/>
                <a:cs typeface="Calibri"/>
              </a:rPr>
              <a:t>es</a:t>
            </a:r>
            <a:r>
              <a:rPr sz="1900" b="1" spc="-10" dirty="0">
                <a:latin typeface="Calibri"/>
                <a:cs typeface="Calibri"/>
              </a:rPr>
              <a:t>t</a:t>
            </a:r>
            <a:r>
              <a:rPr sz="1900" b="1" spc="-5" dirty="0">
                <a:latin typeface="Calibri"/>
                <a:cs typeface="Calibri"/>
              </a:rPr>
              <a:t>ion</a:t>
            </a:r>
            <a:r>
              <a:rPr sz="1900" b="1" dirty="0">
                <a:latin typeface="Calibri"/>
                <a:cs typeface="Calibri"/>
              </a:rPr>
              <a:t>: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W</a:t>
            </a:r>
            <a:r>
              <a:rPr sz="1900" dirty="0">
                <a:latin typeface="Calibri"/>
                <a:cs typeface="Calibri"/>
              </a:rPr>
              <a:t>ri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exe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u</a:t>
            </a:r>
            <a:r>
              <a:rPr sz="1900" spc="10" dirty="0">
                <a:latin typeface="Calibri"/>
                <a:cs typeface="Calibri"/>
              </a:rPr>
              <a:t>ti</a:t>
            </a:r>
            <a:r>
              <a:rPr sz="1900" spc="-10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e 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um</a:t>
            </a:r>
            <a:r>
              <a:rPr sz="1900" spc="15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ary</a:t>
            </a:r>
            <a:r>
              <a:rPr sz="1900" spc="-5" dirty="0">
                <a:latin typeface="Calibri"/>
                <a:cs typeface="Calibri"/>
              </a:rPr>
              <a:t> l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.</a:t>
            </a:r>
            <a:r>
              <a:rPr sz="1900" spc="-5" dirty="0">
                <a:latin typeface="Calibri"/>
                <a:cs typeface="Calibri"/>
              </a:rPr>
              <a:t> I</a:t>
            </a:r>
            <a:r>
              <a:rPr sz="1900" spc="5" dirty="0">
                <a:latin typeface="Calibri"/>
                <a:cs typeface="Calibri"/>
              </a:rPr>
              <a:t>t is 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5" dirty="0">
                <a:latin typeface="Calibri"/>
                <a:cs typeface="Calibri"/>
              </a:rPr>
              <a:t>ot </a:t>
            </a:r>
            <a:r>
              <a:rPr sz="1900" spc="10" dirty="0">
                <a:latin typeface="Calibri"/>
                <a:cs typeface="Calibri"/>
              </a:rPr>
              <a:t>an</a:t>
            </a:r>
            <a:r>
              <a:rPr sz="1900" dirty="0">
                <a:latin typeface="Calibri"/>
                <a:cs typeface="Calibri"/>
              </a:rPr>
              <a:t> in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du</a:t>
            </a:r>
            <a:r>
              <a:rPr sz="1900" spc="10" dirty="0">
                <a:latin typeface="Calibri"/>
                <a:cs typeface="Calibri"/>
              </a:rPr>
              <a:t>ct</a:t>
            </a:r>
            <a:r>
              <a:rPr sz="1900" dirty="0">
                <a:latin typeface="Calibri"/>
                <a:cs typeface="Calibri"/>
              </a:rPr>
              <a:t>ion.</a:t>
            </a:r>
            <a:r>
              <a:rPr sz="1900" spc="-5" dirty="0">
                <a:latin typeface="Calibri"/>
                <a:cs typeface="Calibri"/>
              </a:rPr>
              <a:t> I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’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5" dirty="0">
                <a:latin typeface="Calibri"/>
                <a:cs typeface="Calibri"/>
              </a:rPr>
              <a:t>a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250" y="6301740"/>
            <a:ext cx="788670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70"/>
              </a:lnSpc>
            </a:pP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pa</a:t>
            </a:r>
            <a:r>
              <a:rPr sz="1900" spc="10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e s</a:t>
            </a:r>
            <a:r>
              <a:rPr sz="1900" spc="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io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spc="-195" dirty="0">
                <a:latin typeface="Calibri"/>
                <a:cs typeface="Calibri"/>
              </a:rPr>
              <a:t>u</a:t>
            </a:r>
            <a:r>
              <a:rPr sz="1800" spc="-697" baseline="-37037" dirty="0">
                <a:solidFill>
                  <a:srgbClr val="333333"/>
                </a:solidFill>
                <a:latin typeface="Arial"/>
                <a:cs typeface="Arial"/>
              </a:rPr>
              <a:t>7</a:t>
            </a:r>
            <a:r>
              <a:rPr sz="1900" spc="1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nt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ha</a:t>
            </a:r>
            <a:r>
              <a:rPr sz="1900" spc="5" dirty="0">
                <a:latin typeface="Calibri"/>
                <a:cs typeface="Calibri"/>
              </a:rPr>
              <a:t>t 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um</a:t>
            </a:r>
            <a:r>
              <a:rPr sz="1900" spc="10" dirty="0">
                <a:latin typeface="Calibri"/>
                <a:cs typeface="Calibri"/>
              </a:rPr>
              <a:t>mar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z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s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ir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po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 o</a:t>
            </a:r>
            <a:r>
              <a:rPr sz="1900" dirty="0">
                <a:latin typeface="Calibri"/>
                <a:cs typeface="Calibri"/>
              </a:rPr>
              <a:t>r propos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l.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595A306-D5C4-44CE-B6A0-E506EF53CD41}" type="datetime1">
              <a:rPr lang="en-US" smtClean="0"/>
              <a:t>5/24/26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/>
              <a:t>I</a:t>
            </a:r>
            <a:r>
              <a:rPr spc="-15"/>
              <a:t>n</a:t>
            </a:r>
            <a:r>
              <a:rPr spc="-10"/>
              <a:t>t</a:t>
            </a:r>
            <a:r>
              <a:rPr spc="-25"/>
              <a:t>r</a:t>
            </a:r>
            <a:r>
              <a:rPr spc="-5"/>
              <a:t>oduc</a:t>
            </a:r>
            <a:r>
              <a:rPr spc="5"/>
              <a:t>t</a:t>
            </a:r>
            <a:r>
              <a:rPr spc="-10"/>
              <a:t>i</a:t>
            </a:r>
            <a:r>
              <a:rPr spc="-5"/>
              <a:t>on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916939" y="1782445"/>
            <a:ext cx="7399655" cy="107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u</a:t>
            </a:r>
            <a:r>
              <a:rPr sz="2050" spc="-15" dirty="0">
                <a:latin typeface="Calibri"/>
                <a:cs typeface="Calibri"/>
              </a:rPr>
              <a:t>l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dirty="0">
                <a:latin typeface="Calibri"/>
                <a:cs typeface="Calibri"/>
              </a:rPr>
              <a:t>ro</a:t>
            </a:r>
            <a:r>
              <a:rPr sz="2050" spc="5" dirty="0">
                <a:latin typeface="Calibri"/>
                <a:cs typeface="Calibri"/>
              </a:rPr>
              <a:t>v</a:t>
            </a:r>
            <a:r>
              <a:rPr sz="2050" spc="-5" dirty="0">
                <a:latin typeface="Calibri"/>
                <a:cs typeface="Calibri"/>
              </a:rPr>
              <a:t>id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uf</a:t>
            </a:r>
            <a:r>
              <a:rPr sz="2050" spc="-10" dirty="0">
                <a:latin typeface="Calibri"/>
                <a:cs typeface="Calibri"/>
              </a:rPr>
              <a:t>f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10" dirty="0">
                <a:latin typeface="Calibri"/>
                <a:cs typeface="Calibri"/>
              </a:rPr>
              <a:t>k</a:t>
            </a:r>
            <a:r>
              <a:rPr sz="2050" spc="5" dirty="0">
                <a:latin typeface="Calibri"/>
                <a:cs typeface="Calibri"/>
              </a:rPr>
              <a:t>g</a:t>
            </a:r>
            <a:r>
              <a:rPr sz="2050" dirty="0">
                <a:latin typeface="Calibri"/>
                <a:cs typeface="Calibri"/>
              </a:rPr>
              <a:t>ro</a:t>
            </a:r>
            <a:r>
              <a:rPr sz="2050" spc="-5" dirty="0">
                <a:latin typeface="Calibri"/>
                <a:cs typeface="Calibri"/>
              </a:rPr>
              <a:t>un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5" dirty="0">
                <a:latin typeface="Calibri"/>
                <a:cs typeface="Calibri"/>
              </a:rPr>
              <a:t>nf</a:t>
            </a:r>
            <a:r>
              <a:rPr sz="2050" dirty="0">
                <a:latin typeface="Calibri"/>
                <a:cs typeface="Calibri"/>
              </a:rPr>
              <a:t>or</a:t>
            </a:r>
            <a:r>
              <a:rPr sz="2050" spc="-10" dirty="0">
                <a:latin typeface="Calibri"/>
                <a:cs typeface="Calibri"/>
              </a:rPr>
              <a:t>m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ti</a:t>
            </a:r>
            <a:r>
              <a:rPr sz="2050" dirty="0">
                <a:latin typeface="Calibri"/>
                <a:cs typeface="Calibri"/>
              </a:rPr>
              <a:t>on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ll</a:t>
            </a:r>
            <a:r>
              <a:rPr sz="2050" dirty="0">
                <a:latin typeface="Calibri"/>
                <a:cs typeface="Calibri"/>
              </a:rPr>
              <a:t>ow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rea</a:t>
            </a:r>
            <a:r>
              <a:rPr sz="2050" spc="-5" dirty="0">
                <a:latin typeface="Calibri"/>
                <a:cs typeface="Calibri"/>
              </a:rPr>
              <a:t>d</a:t>
            </a:r>
            <a:r>
              <a:rPr sz="2050" dirty="0">
                <a:latin typeface="Calibri"/>
                <a:cs typeface="Calibri"/>
              </a:rPr>
              <a:t>er 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und</a:t>
            </a:r>
            <a:r>
              <a:rPr sz="2050" dirty="0">
                <a:latin typeface="Calibri"/>
                <a:cs typeface="Calibri"/>
              </a:rPr>
              <a:t>ers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d e</a:t>
            </a:r>
            <a:r>
              <a:rPr sz="2050" spc="5" dirty="0">
                <a:latin typeface="Calibri"/>
                <a:cs typeface="Calibri"/>
              </a:rPr>
              <a:t>v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lu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dirty="0">
                <a:latin typeface="Calibri"/>
                <a:cs typeface="Calibri"/>
              </a:rPr>
              <a:t>er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er.</a:t>
            </a:r>
          </a:p>
          <a:p>
            <a:pPr marL="355600" indent="-342900">
              <a:lnSpc>
                <a:spcPct val="100000"/>
              </a:lnSpc>
              <a:spcBef>
                <a:spcPts val="1455"/>
              </a:spcBef>
              <a:buFont typeface="Arial" panose="020B0604020202020204" pitchFamily="34" charset="0"/>
              <a:buChar char="•"/>
            </a:pPr>
            <a:r>
              <a:rPr sz="2050" dirty="0">
                <a:latin typeface="Calibri"/>
                <a:cs typeface="Calibri"/>
              </a:rPr>
              <a:t>A </a:t>
            </a:r>
            <a:r>
              <a:rPr sz="2050" spc="5" dirty="0">
                <a:latin typeface="Calibri"/>
                <a:cs typeface="Calibri"/>
              </a:rPr>
              <a:t>g</a:t>
            </a:r>
            <a:r>
              <a:rPr sz="2050" dirty="0">
                <a:latin typeface="Calibri"/>
                <a:cs typeface="Calibri"/>
              </a:rPr>
              <a:t>ood </a:t>
            </a:r>
            <a:r>
              <a:rPr sz="2050" spc="-5" dirty="0">
                <a:latin typeface="Calibri"/>
                <a:cs typeface="Calibri"/>
              </a:rPr>
              <a:t>int</a:t>
            </a:r>
            <a:r>
              <a:rPr sz="2050" dirty="0">
                <a:latin typeface="Calibri"/>
                <a:cs typeface="Calibri"/>
              </a:rPr>
              <a:t>ro</a:t>
            </a:r>
            <a:r>
              <a:rPr sz="2050" spc="-5" dirty="0">
                <a:latin typeface="Calibri"/>
                <a:cs typeface="Calibri"/>
              </a:rPr>
              <a:t>du</a:t>
            </a:r>
            <a:r>
              <a:rPr sz="2050" spc="5" dirty="0">
                <a:latin typeface="Calibri"/>
                <a:cs typeface="Calibri"/>
              </a:rPr>
              <a:t>ct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w</a:t>
            </a:r>
            <a:r>
              <a:rPr sz="2050" spc="-5" dirty="0">
                <a:latin typeface="Calibri"/>
                <a:cs typeface="Calibri"/>
              </a:rPr>
              <a:t>il</a:t>
            </a:r>
            <a:r>
              <a:rPr sz="2050" spc="-15" dirty="0">
                <a:latin typeface="Calibri"/>
                <a:cs typeface="Calibri"/>
              </a:rPr>
              <a:t>l</a:t>
            </a:r>
            <a:r>
              <a:rPr sz="2050" dirty="0">
                <a:latin typeface="Calibri"/>
                <a:cs typeface="Calibri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66189" y="2911157"/>
            <a:ext cx="7192011" cy="1591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50" spc="25" dirty="0">
                <a:latin typeface="Calibri"/>
                <a:cs typeface="Calibri"/>
              </a:rPr>
              <a:t>- </a:t>
            </a:r>
            <a:r>
              <a:rPr sz="1850" spc="25" dirty="0">
                <a:latin typeface="Calibri"/>
                <a:cs typeface="Calibri"/>
              </a:rPr>
              <a:t>S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2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15" dirty="0">
                <a:latin typeface="Calibri"/>
                <a:cs typeface="Calibri"/>
              </a:rPr>
              <a:t>e t</a:t>
            </a:r>
            <a:r>
              <a:rPr sz="1850" spc="10" dirty="0">
                <a:latin typeface="Calibri"/>
                <a:cs typeface="Calibri"/>
              </a:rPr>
              <a:t>h</a:t>
            </a:r>
            <a:r>
              <a:rPr sz="1850" spc="15" dirty="0">
                <a:latin typeface="Calibri"/>
                <a:cs typeface="Calibri"/>
              </a:rPr>
              <a:t>e to</a:t>
            </a:r>
            <a:r>
              <a:rPr sz="1850" spc="5" dirty="0">
                <a:latin typeface="Calibri"/>
                <a:cs typeface="Calibri"/>
              </a:rPr>
              <a:t>pi</a:t>
            </a:r>
            <a:r>
              <a:rPr sz="1850" spc="15" dirty="0">
                <a:latin typeface="Calibri"/>
                <a:cs typeface="Calibri"/>
              </a:rPr>
              <a:t>c</a:t>
            </a:r>
            <a:r>
              <a:rPr sz="1850" spc="20" dirty="0">
                <a:latin typeface="Calibri"/>
                <a:cs typeface="Calibri"/>
              </a:rPr>
              <a:t> </a:t>
            </a:r>
            <a:r>
              <a:rPr sz="1850" spc="15" dirty="0">
                <a:latin typeface="Calibri"/>
                <a:cs typeface="Calibri"/>
              </a:rPr>
              <a:t>of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20" dirty="0">
                <a:latin typeface="Calibri"/>
                <a:cs typeface="Calibri"/>
              </a:rPr>
              <a:t>th</a:t>
            </a:r>
            <a:r>
              <a:rPr sz="1850" spc="15" dirty="0">
                <a:latin typeface="Calibri"/>
                <a:cs typeface="Calibri"/>
              </a:rPr>
              <a:t>e </a:t>
            </a:r>
            <a:r>
              <a:rPr sz="1850" spc="10" dirty="0">
                <a:latin typeface="Calibri"/>
                <a:cs typeface="Calibri"/>
              </a:rPr>
              <a:t>p</a:t>
            </a:r>
            <a:r>
              <a:rPr sz="1850" spc="15" dirty="0">
                <a:latin typeface="Calibri"/>
                <a:cs typeface="Calibri"/>
              </a:rPr>
              <a:t>a</a:t>
            </a:r>
            <a:r>
              <a:rPr sz="1850" spc="20" dirty="0">
                <a:latin typeface="Calibri"/>
                <a:cs typeface="Calibri"/>
              </a:rPr>
              <a:t>pe</a:t>
            </a:r>
            <a:r>
              <a:rPr sz="1850" spc="5" dirty="0">
                <a:latin typeface="Calibri"/>
                <a:cs typeface="Calibri"/>
              </a:rPr>
              <a:t>r,</a:t>
            </a:r>
            <a:endParaRPr sz="1850" dirty="0">
              <a:latin typeface="Calibri"/>
              <a:cs typeface="Calibri"/>
            </a:endParaRPr>
          </a:p>
          <a:p>
            <a:pPr marL="12700" marR="5080">
              <a:lnSpc>
                <a:spcPct val="113100"/>
              </a:lnSpc>
              <a:spcBef>
                <a:spcPts val="40"/>
              </a:spcBef>
            </a:pPr>
            <a:r>
              <a:rPr lang="en-US" sz="1850" spc="25" dirty="0">
                <a:latin typeface="Calibri"/>
                <a:cs typeface="Calibri"/>
              </a:rPr>
              <a:t>- </a:t>
            </a:r>
            <a:r>
              <a:rPr sz="1850" spc="25" dirty="0">
                <a:latin typeface="Calibri"/>
                <a:cs typeface="Calibri"/>
              </a:rPr>
              <a:t>P</a:t>
            </a:r>
            <a:r>
              <a:rPr sz="1850" spc="5" dirty="0">
                <a:latin typeface="Calibri"/>
                <a:cs typeface="Calibri"/>
              </a:rPr>
              <a:t>rovi</a:t>
            </a:r>
            <a:r>
              <a:rPr sz="1850" spc="20" dirty="0">
                <a:latin typeface="Calibri"/>
                <a:cs typeface="Calibri"/>
              </a:rPr>
              <a:t>d</a:t>
            </a:r>
            <a:r>
              <a:rPr sz="1850" spc="15" dirty="0">
                <a:latin typeface="Calibri"/>
                <a:cs typeface="Calibri"/>
              </a:rPr>
              <a:t>e </a:t>
            </a:r>
            <a:r>
              <a:rPr sz="1850" spc="2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n</a:t>
            </a:r>
            <a:r>
              <a:rPr sz="1850" spc="15" dirty="0">
                <a:latin typeface="Calibri"/>
                <a:cs typeface="Calibri"/>
              </a:rPr>
              <a:t>o</a:t>
            </a:r>
            <a:r>
              <a:rPr sz="1850" spc="20" dirty="0">
                <a:latin typeface="Calibri"/>
                <a:cs typeface="Calibri"/>
              </a:rPr>
              <a:t>u</a:t>
            </a:r>
            <a:r>
              <a:rPr sz="1850" spc="5" dirty="0">
                <a:latin typeface="Calibri"/>
                <a:cs typeface="Calibri"/>
              </a:rPr>
              <a:t>g</a:t>
            </a:r>
            <a:r>
              <a:rPr sz="1850" spc="15" dirty="0">
                <a:latin typeface="Calibri"/>
                <a:cs typeface="Calibri"/>
              </a:rPr>
              <a:t>h </a:t>
            </a:r>
            <a:r>
              <a:rPr sz="1850" spc="20" dirty="0">
                <a:latin typeface="Calibri"/>
                <a:cs typeface="Calibri"/>
              </a:rPr>
              <a:t>b</a:t>
            </a:r>
            <a:r>
              <a:rPr sz="1850" spc="15" dirty="0">
                <a:latin typeface="Calibri"/>
                <a:cs typeface="Calibri"/>
              </a:rPr>
              <a:t>a</a:t>
            </a:r>
            <a:r>
              <a:rPr sz="1850" spc="20" dirty="0">
                <a:latin typeface="Calibri"/>
                <a:cs typeface="Calibri"/>
              </a:rPr>
              <a:t>c</a:t>
            </a:r>
            <a:r>
              <a:rPr sz="1850" spc="10" dirty="0">
                <a:latin typeface="Calibri"/>
                <a:cs typeface="Calibri"/>
              </a:rPr>
              <a:t>kgr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20" dirty="0">
                <a:latin typeface="Calibri"/>
                <a:cs typeface="Calibri"/>
              </a:rPr>
              <a:t>un</a:t>
            </a:r>
            <a:r>
              <a:rPr sz="1850" spc="15" dirty="0">
                <a:latin typeface="Calibri"/>
                <a:cs typeface="Calibri"/>
              </a:rPr>
              <a:t>d</a:t>
            </a:r>
            <a:r>
              <a:rPr sz="1850" spc="5" dirty="0">
                <a:latin typeface="Calibri"/>
                <a:cs typeface="Calibri"/>
              </a:rPr>
              <a:t> i</a:t>
            </a:r>
            <a:r>
              <a:rPr sz="1850" spc="10" dirty="0">
                <a:latin typeface="Calibri"/>
                <a:cs typeface="Calibri"/>
              </a:rPr>
              <a:t>nf</a:t>
            </a:r>
            <a:r>
              <a:rPr sz="1850" spc="5" dirty="0">
                <a:latin typeface="Calibri"/>
                <a:cs typeface="Calibri"/>
              </a:rPr>
              <a:t>or</a:t>
            </a:r>
            <a:r>
              <a:rPr sz="1850" spc="30" dirty="0">
                <a:latin typeface="Calibri"/>
                <a:cs typeface="Calibri"/>
              </a:rPr>
              <a:t>m</a:t>
            </a:r>
            <a:r>
              <a:rPr sz="1850" spc="1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tio</a:t>
            </a:r>
            <a:r>
              <a:rPr sz="1850" spc="15" dirty="0">
                <a:latin typeface="Calibri"/>
                <a:cs typeface="Calibri"/>
              </a:rPr>
              <a:t>n to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1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ri</a:t>
            </a:r>
            <a:r>
              <a:rPr sz="1850" spc="2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nt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spc="20" dirty="0">
                <a:latin typeface="Calibri"/>
                <a:cs typeface="Calibri"/>
              </a:rPr>
              <a:t>th</a:t>
            </a:r>
            <a:r>
              <a:rPr sz="1850" spc="15" dirty="0">
                <a:latin typeface="Calibri"/>
                <a:cs typeface="Calibri"/>
              </a:rPr>
              <a:t>e 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20" dirty="0">
                <a:latin typeface="Calibri"/>
                <a:cs typeface="Calibri"/>
              </a:rPr>
              <a:t>e</a:t>
            </a:r>
            <a:r>
              <a:rPr sz="1850" spc="25" dirty="0">
                <a:latin typeface="Calibri"/>
                <a:cs typeface="Calibri"/>
              </a:rPr>
              <a:t>a</a:t>
            </a:r>
            <a:r>
              <a:rPr sz="1850" spc="10" dirty="0">
                <a:latin typeface="Calibri"/>
                <a:cs typeface="Calibri"/>
              </a:rPr>
              <a:t>d</a:t>
            </a:r>
            <a:r>
              <a:rPr sz="1850" spc="2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r,</a:t>
            </a:r>
            <a:r>
              <a:rPr sz="1850" dirty="0">
                <a:latin typeface="Calibri"/>
                <a:cs typeface="Calibri"/>
              </a:rPr>
              <a:t> </a:t>
            </a:r>
            <a:endParaRPr lang="en-US" sz="1850" dirty="0">
              <a:latin typeface="Calibri"/>
              <a:cs typeface="Calibri"/>
            </a:endParaRPr>
          </a:p>
          <a:p>
            <a:pPr marL="12700" marR="5080">
              <a:lnSpc>
                <a:spcPct val="113100"/>
              </a:lnSpc>
              <a:spcBef>
                <a:spcPts val="40"/>
              </a:spcBef>
            </a:pPr>
            <a:r>
              <a:rPr lang="en-US" sz="1900" spc="-15" dirty="0">
                <a:latin typeface="Calibri"/>
                <a:cs typeface="Calibri"/>
              </a:rPr>
              <a:t>- 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vi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w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850" spc="20" dirty="0">
                <a:latin typeface="Calibri"/>
                <a:cs typeface="Calibri"/>
              </a:rPr>
              <a:t>p</a:t>
            </a:r>
            <a:r>
              <a:rPr sz="1900" spc="-15" dirty="0">
                <a:latin typeface="Calibri"/>
                <a:cs typeface="Calibri"/>
              </a:rPr>
              <a:t>re</a:t>
            </a:r>
            <a:r>
              <a:rPr sz="1900" spc="-10" dirty="0">
                <a:latin typeface="Calibri"/>
                <a:cs typeface="Calibri"/>
              </a:rPr>
              <a:t>vio</a:t>
            </a:r>
            <a:r>
              <a:rPr sz="1900" spc="-1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w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k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5" dirty="0">
                <a:latin typeface="Calibri"/>
                <a:cs typeface="Calibri"/>
              </a:rPr>
              <a:t>hi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2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m,</a:t>
            </a:r>
            <a:endParaRPr sz="1900" dirty="0">
              <a:latin typeface="Calibri"/>
              <a:cs typeface="Calibri"/>
            </a:endParaRPr>
          </a:p>
          <a:p>
            <a:pPr marL="12700" marR="1343660">
              <a:lnSpc>
                <a:spcPct val="111800"/>
              </a:lnSpc>
              <a:spcBef>
                <a:spcPts val="10"/>
              </a:spcBef>
            </a:pPr>
            <a:r>
              <a:rPr lang="en-US" sz="1900" spc="-10" dirty="0">
                <a:latin typeface="Calibri"/>
                <a:cs typeface="Calibri"/>
              </a:rPr>
              <a:t>- </a:t>
            </a:r>
            <a:r>
              <a:rPr sz="1900" spc="-10" dirty="0">
                <a:latin typeface="Calibri"/>
                <a:cs typeface="Calibri"/>
              </a:rPr>
              <a:t>D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5" dirty="0">
                <a:latin typeface="Calibri"/>
                <a:cs typeface="Calibri"/>
              </a:rPr>
              <a:t>cri</a:t>
            </a:r>
            <a:r>
              <a:rPr sz="1900" spc="-5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5" dirty="0">
                <a:latin typeface="Calibri"/>
                <a:cs typeface="Calibri"/>
              </a:rPr>
              <a:t>h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m</a:t>
            </a:r>
            <a:r>
              <a:rPr sz="1900" spc="-5" dirty="0">
                <a:latin typeface="Calibri"/>
                <a:cs typeface="Calibri"/>
              </a:rPr>
              <a:t>et</a:t>
            </a:r>
            <a:r>
              <a:rPr sz="1900" spc="-15" dirty="0">
                <a:latin typeface="Calibri"/>
                <a:cs typeface="Calibri"/>
              </a:rPr>
              <a:t>h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-15" dirty="0">
                <a:latin typeface="Calibri"/>
                <a:cs typeface="Calibri"/>
              </a:rPr>
              <a:t>d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spc="-1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h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15" dirty="0">
                <a:latin typeface="Calibri"/>
                <a:cs typeface="Calibri"/>
              </a:rPr>
              <a:t>rc</a:t>
            </a:r>
            <a:r>
              <a:rPr sz="1900" spc="-10" dirty="0">
                <a:latin typeface="Calibri"/>
                <a:cs typeface="Calibri"/>
              </a:rPr>
              <a:t>h,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d </a:t>
            </a:r>
            <a:endParaRPr lang="en-US" sz="1900" spc="-10" dirty="0">
              <a:latin typeface="Calibri"/>
              <a:cs typeface="Calibri"/>
            </a:endParaRPr>
          </a:p>
          <a:p>
            <a:pPr marL="12700" marR="1343660">
              <a:lnSpc>
                <a:spcPct val="111800"/>
              </a:lnSpc>
              <a:spcBef>
                <a:spcPts val="10"/>
              </a:spcBef>
            </a:pPr>
            <a:r>
              <a:rPr lang="en-US" sz="1900" spc="-10" dirty="0">
                <a:latin typeface="Calibri"/>
                <a:cs typeface="Calibri"/>
              </a:rPr>
              <a:t>- </a:t>
            </a:r>
            <a:r>
              <a:rPr sz="1900" spc="-10" dirty="0">
                <a:latin typeface="Calibri"/>
                <a:cs typeface="Calibri"/>
              </a:rPr>
              <a:t>B</a:t>
            </a:r>
            <a:r>
              <a:rPr sz="1900" spc="-15" dirty="0">
                <a:latin typeface="Calibri"/>
                <a:cs typeface="Calibri"/>
              </a:rPr>
              <a:t>ri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fly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1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pri</a:t>
            </a:r>
            <a:r>
              <a:rPr sz="1900" spc="-5" dirty="0">
                <a:latin typeface="Calibri"/>
                <a:cs typeface="Calibri"/>
              </a:rPr>
              <a:t>n</a:t>
            </a:r>
            <a:r>
              <a:rPr sz="1900" spc="-15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-15" dirty="0">
                <a:latin typeface="Calibri"/>
                <a:cs typeface="Calibri"/>
              </a:rPr>
              <a:t>p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l 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-15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spc="-15" dirty="0">
                <a:latin typeface="Calibri"/>
                <a:cs typeface="Calibri"/>
              </a:rPr>
              <a:t>si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-15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s.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240" y="5160202"/>
            <a:ext cx="7681595" cy="883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 algn="just">
              <a:lnSpc>
                <a:spcPct val="90400"/>
              </a:lnSpc>
              <a:buFont typeface="Arial" panose="020B0604020202020204" pitchFamily="34" charset="0"/>
              <a:buChar char="•"/>
            </a:pP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t 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i</a:t>
            </a:r>
            <a:r>
              <a:rPr sz="2050" dirty="0">
                <a:latin typeface="Calibri"/>
                <a:cs typeface="Calibri"/>
              </a:rPr>
              <a:t>n </a:t>
            </a:r>
            <a:r>
              <a:rPr sz="2050" spc="-5" dirty="0">
                <a:latin typeface="Calibri"/>
                <a:cs typeface="Calibri"/>
              </a:rPr>
              <a:t>th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Int</a:t>
            </a:r>
            <a:r>
              <a:rPr sz="2050" dirty="0">
                <a:latin typeface="Calibri"/>
                <a:cs typeface="Calibri"/>
              </a:rPr>
              <a:t>ro</a:t>
            </a:r>
            <a:r>
              <a:rPr sz="2050" spc="-5" dirty="0">
                <a:latin typeface="Calibri"/>
                <a:cs typeface="Calibri"/>
              </a:rPr>
              <a:t>du</a:t>
            </a:r>
            <a:r>
              <a:rPr sz="2050" spc="5" dirty="0">
                <a:latin typeface="Calibri"/>
                <a:cs typeface="Calibri"/>
              </a:rPr>
              <a:t>ct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on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at you 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ul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dirty="0">
                <a:latin typeface="Calibri"/>
                <a:cs typeface="Calibri"/>
              </a:rPr>
              <a:t>re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t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 b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c </a:t>
            </a:r>
            <a:r>
              <a:rPr sz="2050" spc="-5" dirty="0">
                <a:latin typeface="Calibri"/>
                <a:cs typeface="Calibri"/>
              </a:rPr>
              <a:t>qu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s </a:t>
            </a:r>
            <a:r>
              <a:rPr sz="2050" spc="-5" dirty="0">
                <a:latin typeface="Calibri"/>
                <a:cs typeface="Calibri"/>
              </a:rPr>
              <a:t>th</a:t>
            </a:r>
            <a:r>
              <a:rPr sz="2050" dirty="0">
                <a:latin typeface="Calibri"/>
                <a:cs typeface="Calibri"/>
              </a:rPr>
              <a:t>at you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re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10" dirty="0">
                <a:latin typeface="Calibri"/>
                <a:cs typeface="Calibri"/>
              </a:rPr>
              <a:t>k</a:t>
            </a:r>
            <a:r>
              <a:rPr sz="2050" spc="-5" dirty="0">
                <a:latin typeface="Calibri"/>
                <a:cs typeface="Calibri"/>
              </a:rPr>
              <a:t>ing</a:t>
            </a:r>
            <a:r>
              <a:rPr sz="2050" dirty="0">
                <a:latin typeface="Calibri"/>
                <a:cs typeface="Calibri"/>
              </a:rPr>
              <a:t>,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wh</a:t>
            </a:r>
            <a:r>
              <a:rPr sz="2050" dirty="0">
                <a:latin typeface="Calibri"/>
                <a:cs typeface="Calibri"/>
              </a:rPr>
              <a:t>at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b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-5" dirty="0">
                <a:latin typeface="Calibri"/>
                <a:cs typeface="Calibri"/>
              </a:rPr>
              <a:t>v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ti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are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</a:t>
            </a:r>
            <a:r>
              <a:rPr sz="2050" dirty="0">
                <a:latin typeface="Calibri"/>
                <a:cs typeface="Calibri"/>
              </a:rPr>
              <a:t>at </a:t>
            </a:r>
            <a:r>
              <a:rPr sz="2050" spc="-5" dirty="0">
                <a:latin typeface="Calibri"/>
                <a:cs typeface="Calibri"/>
              </a:rPr>
              <a:t>l</a:t>
            </a:r>
            <a:r>
              <a:rPr sz="2050" dirty="0">
                <a:latin typeface="Calibri"/>
                <a:cs typeface="Calibri"/>
              </a:rPr>
              <a:t>ed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th</a:t>
            </a:r>
            <a:r>
              <a:rPr sz="2050" dirty="0">
                <a:latin typeface="Calibri"/>
                <a:cs typeface="Calibri"/>
              </a:rPr>
              <a:t>ose </a:t>
            </a:r>
            <a:r>
              <a:rPr sz="2050" spc="-5" dirty="0">
                <a:latin typeface="Calibri"/>
                <a:cs typeface="Calibri"/>
              </a:rPr>
              <a:t>qu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i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,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d </a:t>
            </a:r>
            <a:r>
              <a:rPr sz="2050" spc="-5" dirty="0">
                <a:latin typeface="Calibri"/>
                <a:cs typeface="Calibri"/>
              </a:rPr>
              <a:t>wh</a:t>
            </a:r>
            <a:r>
              <a:rPr sz="2050" dirty="0">
                <a:latin typeface="Calibri"/>
                <a:cs typeface="Calibri"/>
              </a:rPr>
              <a:t>at 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y</a:t>
            </a:r>
            <a:r>
              <a:rPr sz="2050" spc="-5" dirty="0">
                <a:latin typeface="Calibri"/>
                <a:cs typeface="Calibri"/>
              </a:rPr>
              <a:t>p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es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w</a:t>
            </a:r>
            <a:r>
              <a:rPr sz="2050" dirty="0">
                <a:latin typeface="Calibri"/>
                <a:cs typeface="Calibri"/>
              </a:rPr>
              <a:t>ere</a:t>
            </a:r>
            <a:r>
              <a:rPr sz="2050" spc="5" dirty="0">
                <a:latin typeface="Calibri"/>
                <a:cs typeface="Calibri"/>
              </a:rPr>
              <a:t> t</a:t>
            </a:r>
            <a:r>
              <a:rPr sz="2050" spc="-5" dirty="0">
                <a:latin typeface="Calibri"/>
                <a:cs typeface="Calibri"/>
              </a:rPr>
              <a:t>h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y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u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set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u</a:t>
            </a:r>
            <a:r>
              <a:rPr sz="2050" dirty="0">
                <a:latin typeface="Calibri"/>
                <a:cs typeface="Calibri"/>
              </a:rPr>
              <a:t>t 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es</a:t>
            </a:r>
            <a:r>
              <a:rPr sz="2050" spc="-5" dirty="0">
                <a:latin typeface="Calibri"/>
                <a:cs typeface="Calibri"/>
              </a:rPr>
              <a:t>t.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2918C0A-8E9E-4FF1-9D37-D1A6F1FE544A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5"/>
              <a:t>B</a:t>
            </a:r>
            <a:r>
              <a:rPr spc="-5"/>
              <a:t>od</a:t>
            </a:r>
            <a:r>
              <a:t>y</a:t>
            </a:r>
            <a:r>
              <a:rPr spc="-5"/>
              <a:t> </a:t>
            </a:r>
            <a:r>
              <a:rPr spc="5"/>
              <a:t>o</a:t>
            </a:r>
            <a:r>
              <a:t>f</a:t>
            </a:r>
            <a:r>
              <a:rPr spc="-5"/>
              <a:t> </a:t>
            </a:r>
            <a:r>
              <a:rPr spc="-25"/>
              <a:t>th</a:t>
            </a:r>
            <a:r>
              <a:rPr spc="-20"/>
              <a:t>e</a:t>
            </a:r>
            <a:r>
              <a:rPr spc="-10"/>
              <a:t> </a:t>
            </a:r>
            <a:r>
              <a:rPr spc="-20"/>
              <a:t>Paper</a:t>
            </a:r>
            <a:endParaRPr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639789"/>
            <a:ext cx="11176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320" dirty="0">
                <a:latin typeface="Trebuchet MS"/>
                <a:cs typeface="Trebuchet MS"/>
              </a:rPr>
              <a:t>•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6450" y="1664970"/>
            <a:ext cx="750443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70"/>
              </a:lnSpc>
            </a:pP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body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p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pe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houl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de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wi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p</a:t>
            </a:r>
            <a:r>
              <a:rPr sz="1900" spc="5" dirty="0">
                <a:latin typeface="Calibri"/>
                <a:cs typeface="Calibri"/>
              </a:rPr>
              <a:t>ic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 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ar </a:t>
            </a:r>
            <a:r>
              <a:rPr sz="1900" dirty="0">
                <a:latin typeface="Calibri"/>
                <a:cs typeface="Calibri"/>
              </a:rPr>
              <a:t>conc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se w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dirty="0">
                <a:latin typeface="Calibri"/>
                <a:cs typeface="Calibri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8519" y="2259647"/>
            <a:ext cx="7162165" cy="1454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700" dirty="0">
                <a:latin typeface="Calibri"/>
                <a:cs typeface="Calibri"/>
              </a:rPr>
              <a:t>- </a:t>
            </a:r>
            <a:r>
              <a:rPr sz="1700" dirty="0">
                <a:latin typeface="Calibri"/>
                <a:cs typeface="Calibri"/>
              </a:rPr>
              <a:t>U</a:t>
            </a:r>
            <a:r>
              <a:rPr sz="1700" spc="5" dirty="0">
                <a:latin typeface="Calibri"/>
                <a:cs typeface="Calibri"/>
              </a:rPr>
              <a:t>se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ub</a:t>
            </a:r>
            <a:r>
              <a:rPr sz="1700" spc="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ect</a:t>
            </a:r>
            <a:r>
              <a:rPr sz="1700" spc="-10" dirty="0">
                <a:latin typeface="Calibri"/>
                <a:cs typeface="Calibri"/>
              </a:rPr>
              <a:t>i</a:t>
            </a:r>
            <a:r>
              <a:rPr sz="1700" dirty="0">
                <a:latin typeface="Calibri"/>
                <a:cs typeface="Calibri"/>
              </a:rPr>
              <a:t>o</a:t>
            </a:r>
            <a:r>
              <a:rPr sz="1700" spc="10" dirty="0">
                <a:latin typeface="Calibri"/>
                <a:cs typeface="Calibri"/>
              </a:rPr>
              <a:t>n</a:t>
            </a:r>
            <a:r>
              <a:rPr sz="1700" spc="5" dirty="0">
                <a:latin typeface="Calibri"/>
                <a:cs typeface="Calibri"/>
              </a:rPr>
              <a:t>s </a:t>
            </a:r>
            <a:r>
              <a:rPr sz="1700" dirty="0">
                <a:latin typeface="Calibri"/>
                <a:cs typeface="Calibri"/>
              </a:rPr>
              <a:t>wi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5" dirty="0">
                <a:latin typeface="Calibri"/>
                <a:cs typeface="Calibri"/>
              </a:rPr>
              <a:t>h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app</a:t>
            </a:r>
            <a:r>
              <a:rPr sz="1700" dirty="0">
                <a:latin typeface="Calibri"/>
                <a:cs typeface="Calibri"/>
              </a:rPr>
              <a:t>ro</a:t>
            </a:r>
            <a:r>
              <a:rPr sz="1700" spc="10" dirty="0">
                <a:latin typeface="Calibri"/>
                <a:cs typeface="Calibri"/>
              </a:rPr>
              <a:t>p</a:t>
            </a:r>
            <a:r>
              <a:rPr sz="1700" dirty="0">
                <a:latin typeface="Calibri"/>
                <a:cs typeface="Calibri"/>
              </a:rPr>
              <a:t>r</a:t>
            </a:r>
            <a:r>
              <a:rPr sz="1700" spc="-10" dirty="0">
                <a:latin typeface="Calibri"/>
                <a:cs typeface="Calibri"/>
              </a:rPr>
              <a:t>i</a:t>
            </a:r>
            <a:r>
              <a:rPr sz="1700" spc="5" dirty="0">
                <a:latin typeface="Calibri"/>
                <a:cs typeface="Calibri"/>
              </a:rPr>
              <a:t>ate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headin</a:t>
            </a:r>
            <a:r>
              <a:rPr sz="1700" spc="5" dirty="0">
                <a:latin typeface="Calibri"/>
                <a:cs typeface="Calibri"/>
              </a:rPr>
              <a:t>gs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as </a:t>
            </a:r>
            <a:r>
              <a:rPr sz="1700" dirty="0">
                <a:latin typeface="Calibri"/>
                <a:cs typeface="Calibri"/>
              </a:rPr>
              <a:t>n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ed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d.</a:t>
            </a:r>
          </a:p>
          <a:p>
            <a:pPr marL="12700" marR="5080">
              <a:lnSpc>
                <a:spcPts val="1860"/>
              </a:lnSpc>
              <a:spcBef>
                <a:spcPts val="610"/>
              </a:spcBef>
            </a:pPr>
            <a:r>
              <a:rPr lang="en-US" sz="1700" dirty="0">
                <a:latin typeface="Calibri"/>
                <a:cs typeface="Calibri"/>
              </a:rPr>
              <a:t>- </a:t>
            </a:r>
            <a:r>
              <a:rPr sz="1700" dirty="0">
                <a:latin typeface="Calibri"/>
                <a:cs typeface="Calibri"/>
              </a:rPr>
              <a:t>Th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id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a</a:t>
            </a:r>
            <a:r>
              <a:rPr sz="1700" spc="5" dirty="0">
                <a:latin typeface="Calibri"/>
                <a:cs typeface="Calibri"/>
              </a:rPr>
              <a:t>s </a:t>
            </a:r>
            <a:r>
              <a:rPr sz="1700" dirty="0">
                <a:latin typeface="Calibri"/>
                <a:cs typeface="Calibri"/>
              </a:rPr>
              <a:t>pr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ente</a:t>
            </a:r>
            <a:r>
              <a:rPr sz="1700" spc="5" dirty="0">
                <a:latin typeface="Calibri"/>
                <a:cs typeface="Calibri"/>
              </a:rPr>
              <a:t>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in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10" dirty="0">
                <a:latin typeface="Calibri"/>
                <a:cs typeface="Calibri"/>
              </a:rPr>
              <a:t>h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</a:t>
            </a:r>
            <a:r>
              <a:rPr sz="1700" spc="-5" dirty="0">
                <a:latin typeface="Calibri"/>
                <a:cs typeface="Calibri"/>
              </a:rPr>
              <a:t>a</a:t>
            </a:r>
            <a:r>
              <a:rPr sz="1700" spc="10" dirty="0">
                <a:latin typeface="Calibri"/>
                <a:cs typeface="Calibri"/>
              </a:rPr>
              <a:t>p</a:t>
            </a:r>
            <a:r>
              <a:rPr sz="1700" dirty="0">
                <a:latin typeface="Calibri"/>
                <a:cs typeface="Calibri"/>
              </a:rPr>
              <a:t>e</a:t>
            </a:r>
            <a:r>
              <a:rPr sz="1700" spc="5" dirty="0">
                <a:latin typeface="Calibri"/>
                <a:cs typeface="Calibri"/>
              </a:rPr>
              <a:t>r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hou</a:t>
            </a:r>
            <a:r>
              <a:rPr sz="1700" spc="5" dirty="0">
                <a:latin typeface="Calibri"/>
                <a:cs typeface="Calibri"/>
              </a:rPr>
              <a:t>ld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5" dirty="0">
                <a:latin typeface="Calibri"/>
                <a:cs typeface="Calibri"/>
              </a:rPr>
              <a:t>gani</a:t>
            </a:r>
            <a:r>
              <a:rPr sz="1700" dirty="0">
                <a:latin typeface="Calibri"/>
                <a:cs typeface="Calibri"/>
              </a:rPr>
              <a:t>ze</a:t>
            </a:r>
            <a:r>
              <a:rPr sz="1700" spc="5" dirty="0">
                <a:latin typeface="Calibri"/>
                <a:cs typeface="Calibri"/>
              </a:rPr>
              <a:t>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in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logical</a:t>
            </a:r>
            <a:r>
              <a:rPr sz="1700" spc="5" dirty="0">
                <a:latin typeface="Calibri"/>
                <a:cs typeface="Calibri"/>
              </a:rPr>
              <a:t> and</a:t>
            </a:r>
            <a:r>
              <a:rPr sz="1700" dirty="0">
                <a:latin typeface="Calibri"/>
                <a:cs typeface="Calibri"/>
              </a:rPr>
              <a:t> c</a:t>
            </a:r>
            <a:r>
              <a:rPr sz="1700" spc="10" dirty="0">
                <a:latin typeface="Calibri"/>
                <a:cs typeface="Calibri"/>
              </a:rPr>
              <a:t>o</a:t>
            </a:r>
            <a:r>
              <a:rPr sz="1700" dirty="0">
                <a:latin typeface="Calibri"/>
                <a:cs typeface="Calibri"/>
              </a:rPr>
              <a:t>n</a:t>
            </a:r>
            <a:r>
              <a:rPr sz="1700" spc="-5" dirty="0">
                <a:latin typeface="Calibri"/>
                <a:cs typeface="Calibri"/>
              </a:rPr>
              <a:t>si</a:t>
            </a:r>
            <a:r>
              <a:rPr sz="1700" spc="5" dirty="0">
                <a:latin typeface="Calibri"/>
                <a:cs typeface="Calibri"/>
              </a:rPr>
              <a:t>s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n</a:t>
            </a:r>
            <a:r>
              <a:rPr sz="1700" spc="5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 ord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r,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and</a:t>
            </a:r>
            <a:r>
              <a:rPr sz="1700" dirty="0">
                <a:latin typeface="Calibri"/>
                <a:cs typeface="Calibri"/>
              </a:rPr>
              <a:t> th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c</a:t>
            </a:r>
            <a:r>
              <a:rPr sz="1700" spc="10" dirty="0">
                <a:latin typeface="Calibri"/>
                <a:cs typeface="Calibri"/>
              </a:rPr>
              <a:t>u</a:t>
            </a:r>
            <a:r>
              <a:rPr sz="1700" spc="-5" dirty="0">
                <a:latin typeface="Calibri"/>
                <a:cs typeface="Calibri"/>
              </a:rPr>
              <a:t>ss</a:t>
            </a:r>
            <a:r>
              <a:rPr sz="1700" dirty="0">
                <a:latin typeface="Calibri"/>
                <a:cs typeface="Calibri"/>
              </a:rPr>
              <a:t>io</a:t>
            </a:r>
            <a:r>
              <a:rPr sz="1700" spc="5" dirty="0">
                <a:latin typeface="Calibri"/>
                <a:cs typeface="Calibri"/>
              </a:rPr>
              <a:t>n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hou</a:t>
            </a:r>
            <a:r>
              <a:rPr sz="1700" spc="5" dirty="0">
                <a:latin typeface="Calibri"/>
                <a:cs typeface="Calibri"/>
              </a:rPr>
              <a:t>ld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</a:t>
            </a:r>
            <a:r>
              <a:rPr sz="1700" spc="-10" dirty="0">
                <a:latin typeface="Calibri"/>
                <a:cs typeface="Calibri"/>
              </a:rPr>
              <a:t>l</a:t>
            </a:r>
            <a:r>
              <a:rPr sz="1700" dirty="0">
                <a:latin typeface="Calibri"/>
                <a:cs typeface="Calibri"/>
              </a:rPr>
              <a:t>o</a:t>
            </a:r>
            <a:r>
              <a:rPr sz="1700" spc="10" dirty="0">
                <a:latin typeface="Calibri"/>
                <a:cs typeface="Calibri"/>
              </a:rPr>
              <a:t>w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</a:t>
            </a:r>
            <a:r>
              <a:rPr sz="1700" spc="10" dirty="0">
                <a:latin typeface="Calibri"/>
                <a:cs typeface="Calibri"/>
              </a:rPr>
              <a:t>r</a:t>
            </a:r>
            <a:r>
              <a:rPr sz="1700" dirty="0">
                <a:latin typeface="Calibri"/>
                <a:cs typeface="Calibri"/>
              </a:rPr>
              <a:t>o</a:t>
            </a:r>
            <a:r>
              <a:rPr sz="1700" spc="10" dirty="0">
                <a:latin typeface="Calibri"/>
                <a:cs typeface="Calibri"/>
              </a:rPr>
              <a:t>m</a:t>
            </a:r>
            <a:r>
              <a:rPr sz="1700" dirty="0">
                <a:latin typeface="Calibri"/>
                <a:cs typeface="Calibri"/>
              </a:rPr>
              <a:t> thou</a:t>
            </a:r>
            <a:r>
              <a:rPr sz="1700" spc="5" dirty="0">
                <a:latin typeface="Calibri"/>
                <a:cs typeface="Calibri"/>
              </a:rPr>
              <a:t>g</a:t>
            </a:r>
            <a:r>
              <a:rPr sz="1700" dirty="0">
                <a:latin typeface="Calibri"/>
                <a:cs typeface="Calibri"/>
              </a:rPr>
              <a:t>h</a:t>
            </a:r>
            <a:r>
              <a:rPr sz="1700" spc="5" dirty="0">
                <a:latin typeface="Calibri"/>
                <a:cs typeface="Calibri"/>
              </a:rPr>
              <a:t>t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5" dirty="0">
                <a:latin typeface="Calibri"/>
                <a:cs typeface="Calibri"/>
              </a:rPr>
              <a:t>o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nex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.</a:t>
            </a:r>
          </a:p>
          <a:p>
            <a:pPr marL="12700" marR="1931035">
              <a:lnSpc>
                <a:spcPts val="2440"/>
              </a:lnSpc>
              <a:spcBef>
                <a:spcPts val="114"/>
              </a:spcBef>
            </a:pPr>
            <a:r>
              <a:rPr lang="en-US" sz="1700" dirty="0">
                <a:latin typeface="Calibri"/>
                <a:cs typeface="Calibri"/>
              </a:rPr>
              <a:t>- </a:t>
            </a:r>
            <a:r>
              <a:rPr sz="1700" dirty="0">
                <a:latin typeface="Calibri"/>
                <a:cs typeface="Calibri"/>
              </a:rPr>
              <a:t>Stri</a:t>
            </a:r>
            <a:r>
              <a:rPr sz="1700" spc="-10" dirty="0">
                <a:latin typeface="Calibri"/>
                <a:cs typeface="Calibri"/>
              </a:rPr>
              <a:t>v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</a:t>
            </a:r>
            <a:r>
              <a:rPr sz="1700" spc="10" dirty="0">
                <a:latin typeface="Calibri"/>
                <a:cs typeface="Calibri"/>
              </a:rPr>
              <a:t>o</a:t>
            </a:r>
            <a:r>
              <a:rPr sz="1700" spc="5" dirty="0">
                <a:latin typeface="Calibri"/>
                <a:cs typeface="Calibri"/>
              </a:rPr>
              <a:t>r</a:t>
            </a:r>
            <a:r>
              <a:rPr sz="1700" dirty="0">
                <a:latin typeface="Calibri"/>
                <a:cs typeface="Calibri"/>
              </a:rPr>
              <a:t> c</a:t>
            </a:r>
            <a:r>
              <a:rPr sz="1700" spc="10" dirty="0">
                <a:latin typeface="Calibri"/>
                <a:cs typeface="Calibri"/>
              </a:rPr>
              <a:t>o</a:t>
            </a:r>
            <a:r>
              <a:rPr sz="1700" dirty="0">
                <a:latin typeface="Calibri"/>
                <a:cs typeface="Calibri"/>
              </a:rPr>
              <a:t>r</a:t>
            </a:r>
            <a:r>
              <a:rPr sz="1700" spc="-10" dirty="0">
                <a:latin typeface="Calibri"/>
                <a:cs typeface="Calibri"/>
              </a:rPr>
              <a:t>r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c</a:t>
            </a:r>
            <a:r>
              <a:rPr sz="1700" spc="5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g</a:t>
            </a:r>
            <a:r>
              <a:rPr sz="1700" dirty="0">
                <a:latin typeface="Calibri"/>
                <a:cs typeface="Calibri"/>
              </a:rPr>
              <a:t>r</a:t>
            </a:r>
            <a:r>
              <a:rPr sz="1700" spc="10" dirty="0">
                <a:latin typeface="Calibri"/>
                <a:cs typeface="Calibri"/>
              </a:rPr>
              <a:t>amma</a:t>
            </a:r>
            <a:r>
              <a:rPr sz="1700" spc="-15" dirty="0">
                <a:latin typeface="Calibri"/>
                <a:cs typeface="Calibri"/>
              </a:rPr>
              <a:t>r</a:t>
            </a:r>
            <a:r>
              <a:rPr sz="1700" dirty="0">
                <a:latin typeface="Calibri"/>
                <a:cs typeface="Calibri"/>
              </a:rPr>
              <a:t>,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spc="10" dirty="0">
                <a:latin typeface="Calibri"/>
                <a:cs typeface="Calibri"/>
              </a:rPr>
              <a:t>p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-10" dirty="0">
                <a:latin typeface="Calibri"/>
                <a:cs typeface="Calibri"/>
              </a:rPr>
              <a:t>l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5" dirty="0">
                <a:latin typeface="Calibri"/>
                <a:cs typeface="Calibri"/>
              </a:rPr>
              <a:t>g and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 </a:t>
            </a:r>
            <a:r>
              <a:rPr sz="1700" spc="10" dirty="0">
                <a:latin typeface="Calibri"/>
                <a:cs typeface="Calibri"/>
              </a:rPr>
              <a:t>c</a:t>
            </a:r>
            <a:r>
              <a:rPr sz="1700" spc="-10" dirty="0">
                <a:latin typeface="Calibri"/>
                <a:cs typeface="Calibri"/>
              </a:rPr>
              <a:t>l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a</a:t>
            </a:r>
            <a:r>
              <a:rPr sz="1700" spc="5" dirty="0">
                <a:latin typeface="Calibri"/>
                <a:cs typeface="Calibri"/>
              </a:rPr>
              <a:t>r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tyle.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</a:t>
            </a:r>
            <a:r>
              <a:rPr sz="1700" dirty="0">
                <a:latin typeface="Calibri"/>
                <a:cs typeface="Calibri"/>
              </a:rPr>
              <a:t>r</a:t>
            </a:r>
            <a:r>
              <a:rPr sz="1700" spc="-10" dirty="0">
                <a:latin typeface="Calibri"/>
                <a:cs typeface="Calibri"/>
              </a:rPr>
              <a:t>i</a:t>
            </a:r>
            <a:r>
              <a:rPr sz="1700" dirty="0">
                <a:latin typeface="Calibri"/>
                <a:cs typeface="Calibri"/>
              </a:rPr>
              <a:t>te</a:t>
            </a:r>
            <a:r>
              <a:rPr sz="1700" spc="5" dirty="0">
                <a:latin typeface="Calibri"/>
                <a:cs typeface="Calibri"/>
              </a:rPr>
              <a:t>r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ve</a:t>
            </a:r>
            <a:r>
              <a:rPr sz="1700" spc="5" dirty="0">
                <a:latin typeface="Calibri"/>
                <a:cs typeface="Calibri"/>
              </a:rPr>
              <a:t>r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ach</a:t>
            </a:r>
            <a:r>
              <a:rPr sz="1700" spc="-10" dirty="0">
                <a:latin typeface="Calibri"/>
                <a:cs typeface="Calibri"/>
              </a:rPr>
              <a:t>i</a:t>
            </a:r>
            <a:r>
              <a:rPr sz="1700" spc="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ve</a:t>
            </a:r>
            <a:r>
              <a:rPr sz="1700" spc="5" dirty="0">
                <a:latin typeface="Calibri"/>
                <a:cs typeface="Calibri"/>
              </a:rPr>
              <a:t>s </a:t>
            </a:r>
            <a:r>
              <a:rPr sz="1700" dirty="0">
                <a:latin typeface="Calibri"/>
                <a:cs typeface="Calibri"/>
              </a:rPr>
              <a:t>th</a:t>
            </a:r>
            <a:r>
              <a:rPr sz="1700" spc="5" dirty="0">
                <a:latin typeface="Calibri"/>
                <a:cs typeface="Calibri"/>
              </a:rPr>
              <a:t>is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g</a:t>
            </a:r>
            <a:r>
              <a:rPr sz="1700" dirty="0">
                <a:latin typeface="Calibri"/>
                <a:cs typeface="Calibri"/>
              </a:rPr>
              <a:t>o</a:t>
            </a:r>
            <a:r>
              <a:rPr sz="1700" spc="5" dirty="0">
                <a:latin typeface="Calibri"/>
                <a:cs typeface="Calibri"/>
              </a:rPr>
              <a:t>al </a:t>
            </a:r>
            <a:r>
              <a:rPr sz="1700" spc="10" dirty="0">
                <a:latin typeface="Calibri"/>
                <a:cs typeface="Calibri"/>
              </a:rPr>
              <a:t>w</a:t>
            </a:r>
            <a:r>
              <a:rPr sz="1700" spc="-10" dirty="0">
                <a:latin typeface="Calibri"/>
                <a:cs typeface="Calibri"/>
              </a:rPr>
              <a:t>i</a:t>
            </a:r>
            <a:r>
              <a:rPr sz="1700" dirty="0">
                <a:latin typeface="Calibri"/>
                <a:cs typeface="Calibri"/>
              </a:rPr>
              <a:t>t</a:t>
            </a:r>
            <a:r>
              <a:rPr sz="1700" spc="5" dirty="0">
                <a:latin typeface="Calibri"/>
                <a:cs typeface="Calibri"/>
              </a:rPr>
              <a:t>h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ju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spc="5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 o</a:t>
            </a:r>
            <a:r>
              <a:rPr sz="1700" spc="10" dirty="0">
                <a:latin typeface="Calibri"/>
                <a:cs typeface="Calibri"/>
              </a:rPr>
              <a:t>n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d</a:t>
            </a:r>
            <a:r>
              <a:rPr sz="1700" dirty="0">
                <a:latin typeface="Calibri"/>
                <a:cs typeface="Calibri"/>
              </a:rPr>
              <a:t>r</a:t>
            </a:r>
            <a:r>
              <a:rPr sz="1700" spc="5" dirty="0">
                <a:latin typeface="Calibri"/>
                <a:cs typeface="Calibri"/>
              </a:rPr>
              <a:t>a</a:t>
            </a:r>
            <a:r>
              <a:rPr sz="1700" spc="-5" dirty="0">
                <a:latin typeface="Calibri"/>
                <a:cs typeface="Calibri"/>
              </a:rPr>
              <a:t>f</a:t>
            </a:r>
            <a:r>
              <a:rPr sz="1700" dirty="0">
                <a:latin typeface="Calibri"/>
                <a:cs typeface="Calibri"/>
              </a:rPr>
              <a:t>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3883879"/>
            <a:ext cx="11176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320" dirty="0">
                <a:latin typeface="Trebuchet MS"/>
                <a:cs typeface="Trebuchet MS"/>
              </a:rPr>
              <a:t>•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450" y="3909059"/>
            <a:ext cx="7372984" cy="795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70"/>
              </a:lnSpc>
            </a:pP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t is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dy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</a:t>
            </a:r>
            <a:r>
              <a:rPr sz="1900" dirty="0">
                <a:latin typeface="Calibri"/>
                <a:cs typeface="Calibri"/>
              </a:rPr>
              <a:t>he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e 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de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ibe</a:t>
            </a:r>
            <a:r>
              <a:rPr sz="1900" dirty="0">
                <a:latin typeface="Calibri"/>
                <a:cs typeface="Calibri"/>
              </a:rPr>
              <a:t> th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ob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v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ions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in</a:t>
            </a:r>
            <a:r>
              <a:rPr sz="1900" spc="-5" dirty="0">
                <a:latin typeface="Calibri"/>
                <a:cs typeface="Calibri"/>
              </a:rPr>
              <a:t>f</a:t>
            </a:r>
            <a:r>
              <a:rPr sz="1900" spc="5" dirty="0">
                <a:latin typeface="Calibri"/>
                <a:cs typeface="Calibri"/>
              </a:rPr>
              <a:t>or</a:t>
            </a:r>
            <a:r>
              <a:rPr sz="1900" spc="10" dirty="0">
                <a:latin typeface="Calibri"/>
                <a:cs typeface="Calibri"/>
              </a:rPr>
              <a:t>ma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 d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ob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ai</a:t>
            </a:r>
            <a:r>
              <a:rPr sz="1900" dirty="0">
                <a:latin typeface="Calibri"/>
                <a:cs typeface="Calibri"/>
              </a:rPr>
              <a:t>ne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dirty="0">
                <a:latin typeface="Calibri"/>
                <a:cs typeface="Calibri"/>
              </a:rPr>
              <a:t>ro</a:t>
            </a:r>
            <a:r>
              <a:rPr sz="1900" spc="15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e</a:t>
            </a:r>
            <a:r>
              <a:rPr sz="1900" spc="-10" dirty="0">
                <a:latin typeface="Calibri"/>
                <a:cs typeface="Calibri"/>
              </a:rPr>
              <a:t>x</a:t>
            </a:r>
            <a:r>
              <a:rPr sz="1900" spc="5" dirty="0">
                <a:latin typeface="Calibri"/>
                <a:cs typeface="Calibri"/>
              </a:rPr>
              <a:t>per</a:t>
            </a:r>
            <a:r>
              <a:rPr sz="1900" dirty="0">
                <a:latin typeface="Calibri"/>
                <a:cs typeface="Calibri"/>
              </a:rPr>
              <a:t>ime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ti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ns 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5" dirty="0">
                <a:latin typeface="Calibri"/>
                <a:cs typeface="Calibri"/>
              </a:rPr>
              <a:t>du</a:t>
            </a:r>
            <a:r>
              <a:rPr sz="1900" spc="10" dirty="0">
                <a:latin typeface="Calibri"/>
                <a:cs typeface="Calibri"/>
              </a:rPr>
              <a:t>ct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as </a:t>
            </a:r>
            <a:r>
              <a:rPr sz="1900" spc="-5" dirty="0">
                <a:latin typeface="Calibri"/>
                <a:cs typeface="Calibri"/>
              </a:rPr>
              <a:t>w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 as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de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ibin</a:t>
            </a:r>
            <a:r>
              <a:rPr sz="1900" spc="5" dirty="0">
                <a:latin typeface="Calibri"/>
                <a:cs typeface="Calibri"/>
              </a:rPr>
              <a:t>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exp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ri</a:t>
            </a:r>
            <a:r>
              <a:rPr sz="1900" spc="15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ent</a:t>
            </a:r>
            <a:r>
              <a:rPr sz="1900" spc="5" dirty="0">
                <a:latin typeface="Calibri"/>
                <a:cs typeface="Calibri"/>
              </a:rPr>
              <a:t>s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spc="10" dirty="0">
                <a:latin typeface="Calibri"/>
                <a:cs typeface="Calibri"/>
              </a:rPr>
              <a:t>ms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es.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4916389"/>
            <a:ext cx="11176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320" dirty="0">
                <a:latin typeface="Trebuchet MS"/>
                <a:cs typeface="Trebuchet MS"/>
              </a:rPr>
              <a:t>•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450" y="4940300"/>
            <a:ext cx="7467600" cy="1320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70"/>
              </a:lnSpc>
            </a:pP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exp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ri</a:t>
            </a:r>
            <a:r>
              <a:rPr sz="1900" spc="15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nt</a:t>
            </a:r>
            <a:r>
              <a:rPr sz="1900" dirty="0">
                <a:latin typeface="Calibri"/>
                <a:cs typeface="Calibri"/>
              </a:rPr>
              <a:t> c</a:t>
            </a:r>
            <a:r>
              <a:rPr sz="1900" spc="10" dirty="0">
                <a:latin typeface="Calibri"/>
                <a:cs typeface="Calibri"/>
              </a:rPr>
              <a:t>an</a:t>
            </a:r>
            <a:r>
              <a:rPr sz="1900" dirty="0">
                <a:latin typeface="Calibri"/>
                <a:cs typeface="Calibri"/>
              </a:rPr>
              <a:t> in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lude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g</a:t>
            </a:r>
            <a:r>
              <a:rPr sz="1900" dirty="0">
                <a:latin typeface="Calibri"/>
                <a:cs typeface="Calibri"/>
              </a:rPr>
              <a:t>oin</a:t>
            </a:r>
            <a:r>
              <a:rPr sz="1900" spc="5" dirty="0">
                <a:latin typeface="Calibri"/>
                <a:cs typeface="Calibri"/>
              </a:rPr>
              <a:t>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libr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lo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k</a:t>
            </a:r>
            <a:r>
              <a:rPr sz="1900" spc="5" dirty="0">
                <a:latin typeface="Calibri"/>
                <a:cs typeface="Calibri"/>
              </a:rPr>
              <a:t> u</a:t>
            </a:r>
            <a:r>
              <a:rPr sz="1900" spc="10" dirty="0">
                <a:latin typeface="Calibri"/>
                <a:cs typeface="Calibri"/>
              </a:rPr>
              <a:t>p</a:t>
            </a:r>
            <a:r>
              <a:rPr sz="1900" dirty="0">
                <a:latin typeface="Calibri"/>
                <a:cs typeface="Calibri"/>
              </a:rPr>
              <a:t> in</a:t>
            </a:r>
            <a:r>
              <a:rPr sz="1900" spc="5" dirty="0">
                <a:latin typeface="Calibri"/>
                <a:cs typeface="Calibri"/>
              </a:rPr>
              <a:t>form</a:t>
            </a:r>
            <a:r>
              <a:rPr sz="1900" spc="10" dirty="0">
                <a:latin typeface="Calibri"/>
                <a:cs typeface="Calibri"/>
              </a:rPr>
              <a:t>at</a:t>
            </a:r>
            <a:r>
              <a:rPr sz="1900" dirty="0">
                <a:latin typeface="Calibri"/>
                <a:cs typeface="Calibri"/>
              </a:rPr>
              <a:t>io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wel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 g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ng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ut i</a:t>
            </a:r>
            <a:r>
              <a:rPr sz="1900" dirty="0">
                <a:latin typeface="Calibri"/>
                <a:cs typeface="Calibri"/>
              </a:rPr>
              <a:t>nt</a:t>
            </a:r>
            <a:r>
              <a:rPr sz="1900" spc="1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el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ma</a:t>
            </a:r>
            <a:r>
              <a:rPr sz="1900" spc="-5" dirty="0">
                <a:latin typeface="Calibri"/>
                <a:cs typeface="Calibri"/>
              </a:rPr>
              <a:t>k</a:t>
            </a:r>
            <a:r>
              <a:rPr sz="1900" spc="5" dirty="0">
                <a:latin typeface="Calibri"/>
                <a:cs typeface="Calibri"/>
              </a:rPr>
              <a:t>ing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spc="5" dirty="0">
                <a:latin typeface="Calibri"/>
                <a:cs typeface="Calibri"/>
              </a:rPr>
              <a:t>our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ow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de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b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v</a:t>
            </a:r>
            <a:r>
              <a:rPr sz="1900" spc="10" dirty="0">
                <a:latin typeface="Calibri"/>
                <a:cs typeface="Calibri"/>
              </a:rPr>
              <a:t>at</a:t>
            </a:r>
            <a:r>
              <a:rPr sz="1900" dirty="0">
                <a:latin typeface="Calibri"/>
                <a:cs typeface="Calibri"/>
              </a:rPr>
              <a:t>ions.</a:t>
            </a:r>
            <a:r>
              <a:rPr sz="1900" spc="-5" dirty="0">
                <a:latin typeface="Calibri"/>
                <a:cs typeface="Calibri"/>
              </a:rPr>
              <a:t> I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dirty="0">
                <a:latin typeface="Calibri"/>
                <a:cs typeface="Calibri"/>
              </a:rPr>
              <a:t> yo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 d</a:t>
            </a:r>
            <a:r>
              <a:rPr sz="1900" spc="1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on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t a </a:t>
            </a:r>
            <a:r>
              <a:rPr sz="1900" dirty="0">
                <a:latin typeface="Calibri"/>
                <a:cs typeface="Calibri"/>
              </a:rPr>
              <a:t>cont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ed</a:t>
            </a:r>
            <a:r>
              <a:rPr sz="1900" dirty="0">
                <a:latin typeface="Calibri"/>
                <a:cs typeface="Calibri"/>
              </a:rPr>
              <a:t> exp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nt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e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th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 a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lab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el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s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tti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g</a:t>
            </a:r>
            <a:r>
              <a:rPr sz="1900" dirty="0">
                <a:latin typeface="Calibri"/>
                <a:cs typeface="Calibri"/>
              </a:rPr>
              <a:t>, yo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 n</a:t>
            </a:r>
            <a:r>
              <a:rPr sz="1900" spc="1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de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cr</a:t>
            </a:r>
            <a:r>
              <a:rPr sz="1900" spc="5" dirty="0">
                <a:latin typeface="Calibri"/>
                <a:cs typeface="Calibri"/>
              </a:rPr>
              <a:t>ibe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spc="5" dirty="0">
                <a:latin typeface="Calibri"/>
                <a:cs typeface="Calibri"/>
              </a:rPr>
              <a:t>our</a:t>
            </a:r>
            <a:r>
              <a:rPr sz="1900" dirty="0">
                <a:latin typeface="Calibri"/>
                <a:cs typeface="Calibri"/>
              </a:rPr>
              <a:t> pro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ed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1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s we</a:t>
            </a:r>
            <a:r>
              <a:rPr sz="1900" spc="-5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no</a:t>
            </a:r>
            <a:r>
              <a:rPr sz="1900" dirty="0">
                <a:latin typeface="Calibri"/>
                <a:cs typeface="Calibri"/>
              </a:rPr>
              <a:t>u</a:t>
            </a:r>
            <a:r>
              <a:rPr sz="1900" spc="-5" dirty="0">
                <a:latin typeface="Calibri"/>
                <a:cs typeface="Calibri"/>
              </a:rPr>
              <a:t>g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so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ha</a:t>
            </a:r>
            <a:r>
              <a:rPr sz="1900" spc="5" dirty="0">
                <a:latin typeface="Calibri"/>
                <a:cs typeface="Calibri"/>
              </a:rPr>
              <a:t>t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t 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oul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be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ep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du</a:t>
            </a:r>
            <a:r>
              <a:rPr sz="1900" spc="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by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ent</a:t>
            </a:r>
            <a:r>
              <a:rPr sz="1900" spc="5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569214-38C7-4BB7-8ECA-4BACD74C1B42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/>
              <a:t>Ill</a:t>
            </a:r>
            <a:r>
              <a:rPr spc="-5"/>
              <a:t>us</a:t>
            </a:r>
            <a:r>
              <a:rPr spc="-20"/>
              <a:t>t</a:t>
            </a:r>
            <a:r>
              <a:rPr spc="-25"/>
              <a:t>r</a:t>
            </a:r>
            <a:r>
              <a:rPr spc="10"/>
              <a:t>a</a:t>
            </a:r>
            <a:r>
              <a:rPr spc="-5"/>
              <a:t>t</a:t>
            </a:r>
            <a:r>
              <a:rPr spc="-10"/>
              <a:t>i</a:t>
            </a:r>
            <a:r>
              <a:rPr spc="-5"/>
              <a:t>ons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24840" y="1665404"/>
            <a:ext cx="7920990" cy="4846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240" marR="860425" indent="-256540">
              <a:lnSpc>
                <a:spcPct val="91300"/>
              </a:lnSpc>
              <a:buFont typeface="Trebuchet MS"/>
              <a:buChar char="•"/>
              <a:tabLst>
                <a:tab pos="269240" algn="l"/>
              </a:tabLst>
            </a:pPr>
            <a:r>
              <a:rPr sz="2150" spc="10" dirty="0">
                <a:latin typeface="Calibri"/>
                <a:cs typeface="Calibri"/>
              </a:rPr>
              <a:t>F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20" dirty="0">
                <a:latin typeface="Calibri"/>
                <a:cs typeface="Calibri"/>
              </a:rPr>
              <a:t>g</a:t>
            </a:r>
            <a:r>
              <a:rPr sz="2150" spc="10" dirty="0">
                <a:latin typeface="Calibri"/>
                <a:cs typeface="Calibri"/>
              </a:rPr>
              <a:t>u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5" dirty="0">
                <a:latin typeface="Calibri"/>
                <a:cs typeface="Calibri"/>
              </a:rPr>
              <a:t>es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-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</a:t>
            </a:r>
            <a:r>
              <a:rPr sz="2150" spc="10" dirty="0">
                <a:latin typeface="Calibri"/>
                <a:cs typeface="Calibri"/>
              </a:rPr>
              <a:t>ha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ts</a:t>
            </a:r>
            <a:r>
              <a:rPr sz="2150" spc="5" dirty="0">
                <a:latin typeface="Calibri"/>
                <a:cs typeface="Calibri"/>
              </a:rPr>
              <a:t>, </a:t>
            </a:r>
            <a:r>
              <a:rPr sz="2150" spc="15" dirty="0">
                <a:latin typeface="Calibri"/>
                <a:cs typeface="Calibri"/>
              </a:rPr>
              <a:t>T</a:t>
            </a:r>
            <a:r>
              <a:rPr sz="2150" spc="5" dirty="0">
                <a:latin typeface="Calibri"/>
                <a:cs typeface="Calibri"/>
              </a:rPr>
              <a:t>a</a:t>
            </a:r>
            <a:r>
              <a:rPr sz="2150" spc="10" dirty="0">
                <a:latin typeface="Calibri"/>
                <a:cs typeface="Calibri"/>
              </a:rPr>
              <a:t>ble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D</a:t>
            </a:r>
            <a:r>
              <a:rPr sz="2150" dirty="0">
                <a:latin typeface="Calibri"/>
                <a:cs typeface="Calibri"/>
              </a:rPr>
              <a:t>ia</a:t>
            </a:r>
            <a:r>
              <a:rPr sz="2150" spc="20" dirty="0">
                <a:latin typeface="Calibri"/>
                <a:cs typeface="Calibri"/>
              </a:rPr>
              <a:t>g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ms,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Ph</a:t>
            </a:r>
            <a:r>
              <a:rPr sz="2150" dirty="0">
                <a:latin typeface="Calibri"/>
                <a:cs typeface="Calibri"/>
              </a:rPr>
              <a:t>ot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g</a:t>
            </a:r>
            <a:r>
              <a:rPr sz="2150" dirty="0">
                <a:latin typeface="Calibri"/>
                <a:cs typeface="Calibri"/>
              </a:rPr>
              <a:t>ra</a:t>
            </a:r>
            <a:r>
              <a:rPr sz="2150" spc="10" dirty="0">
                <a:latin typeface="Calibri"/>
                <a:cs typeface="Calibri"/>
              </a:rPr>
              <a:t>ph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, 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5" dirty="0">
                <a:latin typeface="Calibri"/>
                <a:cs typeface="Calibri"/>
              </a:rPr>
              <a:t>c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-</a:t>
            </a:r>
            <a:r>
              <a:rPr sz="2150" dirty="0">
                <a:latin typeface="Calibri"/>
                <a:cs typeface="Calibri"/>
              </a:rPr>
              <a:t> c</a:t>
            </a:r>
            <a:r>
              <a:rPr sz="2150" spc="10" dirty="0">
                <a:latin typeface="Calibri"/>
                <a:cs typeface="Calibri"/>
              </a:rPr>
              <a:t>an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b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x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20" dirty="0">
                <a:latin typeface="Calibri"/>
                <a:cs typeface="Calibri"/>
              </a:rPr>
              <a:t>m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5" dirty="0">
                <a:latin typeface="Calibri"/>
                <a:cs typeface="Calibri"/>
              </a:rPr>
              <a:t>y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h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20" dirty="0">
                <a:latin typeface="Calibri"/>
                <a:cs typeface="Calibri"/>
              </a:rPr>
              <a:t>p</a:t>
            </a:r>
            <a:r>
              <a:rPr sz="2150" spc="5" dirty="0">
                <a:latin typeface="Calibri"/>
                <a:cs typeface="Calibri"/>
              </a:rPr>
              <a:t>ful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10" dirty="0">
                <a:latin typeface="Calibri"/>
                <a:cs typeface="Calibri"/>
              </a:rPr>
              <a:t>c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en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i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t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commun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c</a:t>
            </a:r>
            <a:r>
              <a:rPr sz="2150" dirty="0">
                <a:latin typeface="Calibri"/>
                <a:cs typeface="Calibri"/>
              </a:rPr>
              <a:t>at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d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a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</a:t>
            </a:r>
            <a:r>
              <a:rPr sz="2150" spc="20" dirty="0">
                <a:latin typeface="Calibri"/>
                <a:cs typeface="Calibri"/>
              </a:rPr>
              <a:t>b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rv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dirty="0">
                <a:latin typeface="Calibri"/>
                <a:cs typeface="Calibri"/>
              </a:rPr>
              <a:t>tio</a:t>
            </a:r>
            <a:r>
              <a:rPr sz="2150" spc="20" dirty="0">
                <a:latin typeface="Calibri"/>
                <a:cs typeface="Calibri"/>
              </a:rPr>
              <a:t>n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da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o</a:t>
            </a:r>
            <a:r>
              <a:rPr sz="2150" spc="5" dirty="0">
                <a:latin typeface="Calibri"/>
                <a:cs typeface="Calibri"/>
              </a:rPr>
              <a:t> o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.</a:t>
            </a:r>
            <a:endParaRPr sz="2150" dirty="0">
              <a:latin typeface="Calibri"/>
              <a:cs typeface="Calibri"/>
            </a:endParaRPr>
          </a:p>
          <a:p>
            <a:pPr marL="269240" marR="485775" indent="-256540" algn="just">
              <a:lnSpc>
                <a:spcPct val="91300"/>
              </a:lnSpc>
              <a:spcBef>
                <a:spcPts val="1825"/>
              </a:spcBef>
              <a:buFont typeface="Trebuchet MS"/>
              <a:buChar char="•"/>
              <a:tabLst>
                <a:tab pos="269240" algn="l"/>
              </a:tabLst>
            </a:pPr>
            <a:r>
              <a:rPr sz="2150" spc="10" dirty="0">
                <a:latin typeface="Calibri"/>
                <a:cs typeface="Calibri"/>
              </a:rPr>
              <a:t>Many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sc</a:t>
            </a:r>
            <a:r>
              <a:rPr sz="2150" spc="10" dirty="0">
                <a:latin typeface="Calibri"/>
                <a:cs typeface="Calibri"/>
              </a:rPr>
              <a:t>ien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i</a:t>
            </a:r>
            <a:r>
              <a:rPr sz="2150" dirty="0">
                <a:latin typeface="Calibri"/>
                <a:cs typeface="Calibri"/>
              </a:rPr>
              <a:t>st</a:t>
            </a:r>
            <a:r>
              <a:rPr sz="2150" spc="5" dirty="0">
                <a:latin typeface="Calibri"/>
                <a:cs typeface="Calibri"/>
              </a:rPr>
              <a:t>s o</a:t>
            </a:r>
            <a:r>
              <a:rPr sz="2150" spc="10" dirty="0">
                <a:latin typeface="Calibri"/>
                <a:cs typeface="Calibri"/>
              </a:rPr>
              <a:t>u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l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ne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hei</a:t>
            </a:r>
            <a:r>
              <a:rPr sz="2150" spc="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p</a:t>
            </a:r>
            <a:r>
              <a:rPr sz="2150" spc="5" dirty="0">
                <a:latin typeface="Calibri"/>
                <a:cs typeface="Calibri"/>
              </a:rPr>
              <a:t>aper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b</a:t>
            </a:r>
            <a:r>
              <a:rPr sz="2150" spc="5" dirty="0">
                <a:latin typeface="Calibri"/>
                <a:cs typeface="Calibri"/>
              </a:rPr>
              <a:t>y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dec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ding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what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f</a:t>
            </a:r>
            <a:r>
              <a:rPr sz="2150" spc="10" dirty="0">
                <a:latin typeface="Calibri"/>
                <a:cs typeface="Calibri"/>
              </a:rPr>
              <a:t>igu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g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aphs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and </a:t>
            </a:r>
            <a:r>
              <a:rPr sz="2150" dirty="0">
                <a:latin typeface="Calibri"/>
                <a:cs typeface="Calibri"/>
              </a:rPr>
              <a:t>ta</a:t>
            </a:r>
            <a:r>
              <a:rPr sz="2150" spc="10" dirty="0">
                <a:latin typeface="Calibri"/>
                <a:cs typeface="Calibri"/>
              </a:rPr>
              <a:t>b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s</a:t>
            </a:r>
            <a:r>
              <a:rPr sz="2150" dirty="0">
                <a:latin typeface="Calibri"/>
                <a:cs typeface="Calibri"/>
              </a:rPr>
              <a:t> t</a:t>
            </a:r>
            <a:r>
              <a:rPr sz="2150" spc="10" dirty="0">
                <a:latin typeface="Calibri"/>
                <a:cs typeface="Calibri"/>
              </a:rPr>
              <a:t>h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y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n</a:t>
            </a:r>
            <a:r>
              <a:rPr sz="2150" spc="10" dirty="0">
                <a:latin typeface="Calibri"/>
                <a:cs typeface="Calibri"/>
              </a:rPr>
              <a:t>eed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or</a:t>
            </a:r>
            <a:r>
              <a:rPr sz="2150" spc="10" dirty="0">
                <a:latin typeface="Calibri"/>
                <a:cs typeface="Calibri"/>
              </a:rPr>
              <a:t>d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r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o </a:t>
            </a:r>
            <a:r>
              <a:rPr sz="2150" dirty="0">
                <a:latin typeface="Calibri"/>
                <a:cs typeface="Calibri"/>
              </a:rPr>
              <a:t>c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n</a:t>
            </a:r>
            <a:r>
              <a:rPr sz="2150" dirty="0">
                <a:latin typeface="Calibri"/>
                <a:cs typeface="Calibri"/>
              </a:rPr>
              <a:t>v</a:t>
            </a:r>
            <a:r>
              <a:rPr sz="2150" spc="10" dirty="0">
                <a:latin typeface="Calibri"/>
                <a:cs typeface="Calibri"/>
              </a:rPr>
              <a:t>ey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hei</a:t>
            </a:r>
            <a:r>
              <a:rPr sz="2150" spc="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 story</a:t>
            </a:r>
            <a:r>
              <a:rPr sz="2150" spc="5" dirty="0">
                <a:latin typeface="Calibri"/>
                <a:cs typeface="Calibri"/>
              </a:rPr>
              <a:t>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and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f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l</a:t>
            </a:r>
            <a:r>
              <a:rPr sz="2150" spc="5" dirty="0">
                <a:latin typeface="Calibri"/>
                <a:cs typeface="Calibri"/>
              </a:rPr>
              <a:t>l</a:t>
            </a:r>
            <a:r>
              <a:rPr sz="2150" dirty="0">
                <a:latin typeface="Calibri"/>
                <a:cs typeface="Calibri"/>
              </a:rPr>
              <a:t> t</a:t>
            </a:r>
            <a:r>
              <a:rPr sz="2150" spc="20" dirty="0">
                <a:latin typeface="Calibri"/>
                <a:cs typeface="Calibri"/>
              </a:rPr>
              <a:t>h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5" dirty="0">
                <a:latin typeface="Calibri"/>
                <a:cs typeface="Calibri"/>
              </a:rPr>
              <a:t>ext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spc="5" dirty="0">
                <a:latin typeface="Calibri"/>
                <a:cs typeface="Calibri"/>
              </a:rPr>
              <a:t>o</a:t>
            </a:r>
            <a:r>
              <a:rPr sz="2150" spc="20" dirty="0">
                <a:latin typeface="Calibri"/>
                <a:cs typeface="Calibri"/>
              </a:rPr>
              <a:t>u</a:t>
            </a:r>
            <a:r>
              <a:rPr sz="2150" spc="10" dirty="0">
                <a:latin typeface="Calibri"/>
                <a:cs typeface="Calibri"/>
              </a:rPr>
              <a:t>nd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20" dirty="0">
                <a:latin typeface="Calibri"/>
                <a:cs typeface="Calibri"/>
              </a:rPr>
              <a:t>h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f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g</a:t>
            </a:r>
            <a:r>
              <a:rPr sz="2150" spc="20" dirty="0">
                <a:latin typeface="Calibri"/>
                <a:cs typeface="Calibri"/>
              </a:rPr>
              <a:t>u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.</a:t>
            </a:r>
            <a:endParaRPr sz="2150" dirty="0">
              <a:latin typeface="Calibri"/>
              <a:cs typeface="Calibri"/>
            </a:endParaRPr>
          </a:p>
          <a:p>
            <a:pPr marL="269240" marR="363220" indent="-256540">
              <a:lnSpc>
                <a:spcPts val="2360"/>
              </a:lnSpc>
              <a:spcBef>
                <a:spcPts val="1850"/>
              </a:spcBef>
              <a:buFont typeface="Trebuchet MS"/>
              <a:buChar char="•"/>
              <a:tabLst>
                <a:tab pos="269240" algn="l"/>
              </a:tabLst>
            </a:pPr>
            <a:r>
              <a:rPr sz="2150" spc="15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he </a:t>
            </a:r>
            <a:r>
              <a:rPr sz="2150" spc="5" dirty="0">
                <a:latin typeface="Calibri"/>
                <a:cs typeface="Calibri"/>
              </a:rPr>
              <a:t>im</a:t>
            </a:r>
            <a:r>
              <a:rPr sz="2150" spc="10" dirty="0">
                <a:latin typeface="Calibri"/>
                <a:cs typeface="Calibri"/>
              </a:rPr>
              <a:t>p</a:t>
            </a:r>
            <a:r>
              <a:rPr sz="2150" dirty="0">
                <a:latin typeface="Calibri"/>
                <a:cs typeface="Calibri"/>
              </a:rPr>
              <a:t>ort</a:t>
            </a:r>
            <a:r>
              <a:rPr sz="2150" spc="10" dirty="0">
                <a:latin typeface="Calibri"/>
                <a:cs typeface="Calibri"/>
              </a:rPr>
              <a:t>an</a:t>
            </a:r>
            <a:r>
              <a:rPr sz="2150" dirty="0">
                <a:latin typeface="Calibri"/>
                <a:cs typeface="Calibri"/>
              </a:rPr>
              <a:t>c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of </a:t>
            </a:r>
            <a:r>
              <a:rPr sz="2150" spc="15" dirty="0">
                <a:latin typeface="Calibri"/>
                <a:cs typeface="Calibri"/>
              </a:rPr>
              <a:t>f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gu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5" dirty="0">
                <a:latin typeface="Calibri"/>
                <a:cs typeface="Calibri"/>
              </a:rPr>
              <a:t>es 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</a:t>
            </a:r>
            <a:r>
              <a:rPr sz="2150" spc="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nve</a:t>
            </a:r>
            <a:r>
              <a:rPr sz="2150" spc="-5" dirty="0">
                <a:latin typeface="Calibri"/>
                <a:cs typeface="Calibri"/>
              </a:rPr>
              <a:t>y</a:t>
            </a:r>
            <a:r>
              <a:rPr sz="2150" spc="10" dirty="0">
                <a:latin typeface="Calibri"/>
                <a:cs typeface="Calibri"/>
              </a:rPr>
              <a:t>ing</a:t>
            </a:r>
            <a:r>
              <a:rPr sz="2150" spc="5" dirty="0">
                <a:latin typeface="Calibri"/>
                <a:cs typeface="Calibri"/>
              </a:rPr>
              <a:t> s</a:t>
            </a:r>
            <a:r>
              <a:rPr sz="2150" dirty="0">
                <a:latin typeface="Calibri"/>
                <a:cs typeface="Calibri"/>
              </a:rPr>
              <a:t>ci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10" dirty="0">
                <a:latin typeface="Calibri"/>
                <a:cs typeface="Calibri"/>
              </a:rPr>
              <a:t>n</a:t>
            </a:r>
            <a:r>
              <a:rPr sz="2150" dirty="0">
                <a:latin typeface="Calibri"/>
                <a:cs typeface="Calibri"/>
              </a:rPr>
              <a:t>ti</a:t>
            </a:r>
            <a:r>
              <a:rPr sz="2150" spc="5" dirty="0">
                <a:latin typeface="Calibri"/>
                <a:cs typeface="Calibri"/>
              </a:rPr>
              <a:t>f</a:t>
            </a:r>
            <a:r>
              <a:rPr sz="2150" spc="10" dirty="0">
                <a:latin typeface="Calibri"/>
                <a:cs typeface="Calibri"/>
              </a:rPr>
              <a:t>i</a:t>
            </a:r>
            <a:r>
              <a:rPr sz="2150" spc="5" dirty="0">
                <a:latin typeface="Calibri"/>
                <a:cs typeface="Calibri"/>
              </a:rPr>
              <a:t>c 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deas</a:t>
            </a:r>
            <a:r>
              <a:rPr sz="2150" dirty="0">
                <a:latin typeface="Calibri"/>
                <a:cs typeface="Calibri"/>
              </a:rPr>
              <a:t> c</a:t>
            </a:r>
            <a:r>
              <a:rPr sz="2150" spc="10" dirty="0">
                <a:latin typeface="Calibri"/>
                <a:cs typeface="Calibri"/>
              </a:rPr>
              <a:t>ann</a:t>
            </a:r>
            <a:r>
              <a:rPr sz="2150" spc="5" dirty="0">
                <a:latin typeface="Calibri"/>
                <a:cs typeface="Calibri"/>
              </a:rPr>
              <a:t>ot</a:t>
            </a:r>
            <a:r>
              <a:rPr sz="2150" spc="10" dirty="0">
                <a:latin typeface="Calibri"/>
                <a:cs typeface="Calibri"/>
              </a:rPr>
              <a:t> be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ve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empha</a:t>
            </a:r>
            <a:r>
              <a:rPr sz="2150" dirty="0">
                <a:latin typeface="Calibri"/>
                <a:cs typeface="Calibri"/>
              </a:rPr>
              <a:t>si</a:t>
            </a:r>
            <a:r>
              <a:rPr sz="2150" spc="10" dirty="0">
                <a:latin typeface="Calibri"/>
                <a:cs typeface="Calibri"/>
              </a:rPr>
              <a:t>zed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</a:t>
            </a:r>
            <a:r>
              <a:rPr sz="2150" spc="10" dirty="0">
                <a:latin typeface="Calibri"/>
                <a:cs typeface="Calibri"/>
              </a:rPr>
              <a:t>c</a:t>
            </a:r>
            <a:r>
              <a:rPr sz="2150" spc="5" dirty="0">
                <a:latin typeface="Calibri"/>
                <a:cs typeface="Calibri"/>
              </a:rPr>
              <a:t>f.</a:t>
            </a:r>
            <a:r>
              <a:rPr sz="2150" dirty="0">
                <a:latin typeface="Calibri"/>
                <a:cs typeface="Calibri"/>
              </a:rPr>
              <a:t> ro</a:t>
            </a:r>
            <a:r>
              <a:rPr sz="2150" spc="10" dirty="0">
                <a:latin typeface="Calibri"/>
                <a:cs typeface="Calibri"/>
              </a:rPr>
              <a:t>le</a:t>
            </a:r>
            <a:r>
              <a:rPr sz="2150" spc="5" dirty="0">
                <a:latin typeface="Calibri"/>
                <a:cs typeface="Calibri"/>
              </a:rPr>
              <a:t> mo</a:t>
            </a:r>
            <a:r>
              <a:rPr sz="2150" spc="20" dirty="0">
                <a:latin typeface="Calibri"/>
                <a:cs typeface="Calibri"/>
              </a:rPr>
              <a:t>d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dirty="0">
                <a:latin typeface="Calibri"/>
                <a:cs typeface="Calibri"/>
              </a:rPr>
              <a:t>ls).</a:t>
            </a:r>
          </a:p>
          <a:p>
            <a:pPr marL="269240" marR="5080" indent="-256540">
              <a:lnSpc>
                <a:spcPts val="2360"/>
              </a:lnSpc>
              <a:spcBef>
                <a:spcPts val="1810"/>
              </a:spcBef>
              <a:buFont typeface="Trebuchet MS"/>
              <a:buChar char="•"/>
              <a:tabLst>
                <a:tab pos="269240" algn="l"/>
              </a:tabLst>
            </a:pPr>
            <a:r>
              <a:rPr sz="2150" spc="15" dirty="0">
                <a:latin typeface="Calibri"/>
                <a:cs typeface="Calibri"/>
              </a:rPr>
              <a:t>A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5" dirty="0">
                <a:latin typeface="Calibri"/>
                <a:cs typeface="Calibri"/>
              </a:rPr>
              <a:t>l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f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gu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5" dirty="0">
                <a:latin typeface="Calibri"/>
                <a:cs typeface="Calibri"/>
              </a:rPr>
              <a:t>es </a:t>
            </a:r>
            <a:r>
              <a:rPr sz="2150" spc="10" dirty="0">
                <a:latin typeface="Calibri"/>
                <a:cs typeface="Calibri"/>
              </a:rPr>
              <a:t>mu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t </a:t>
            </a:r>
            <a:r>
              <a:rPr sz="2150" spc="10" dirty="0">
                <a:latin typeface="Calibri"/>
                <a:cs typeface="Calibri"/>
              </a:rPr>
              <a:t>be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n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at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10" dirty="0">
                <a:latin typeface="Calibri"/>
                <a:cs typeface="Calibri"/>
              </a:rPr>
              <a:t>g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bl</a:t>
            </a:r>
            <a:r>
              <a:rPr sz="2150" spc="5" dirty="0">
                <a:latin typeface="Calibri"/>
                <a:cs typeface="Calibri"/>
              </a:rPr>
              <a:t>e,</a:t>
            </a:r>
            <a:r>
              <a:rPr sz="2150" dirty="0">
                <a:latin typeface="Calibri"/>
                <a:cs typeface="Calibri"/>
              </a:rPr>
              <a:t> s</a:t>
            </a:r>
            <a:r>
              <a:rPr sz="2150" spc="10" dirty="0">
                <a:latin typeface="Calibri"/>
                <a:cs typeface="Calibri"/>
              </a:rPr>
              <a:t>h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u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10" dirty="0">
                <a:latin typeface="Calibri"/>
                <a:cs typeface="Calibri"/>
              </a:rPr>
              <a:t>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h</a:t>
            </a:r>
            <a:r>
              <a:rPr sz="2150" spc="5" dirty="0">
                <a:latin typeface="Calibri"/>
                <a:cs typeface="Calibri"/>
              </a:rPr>
              <a:t>a</a:t>
            </a:r>
            <a:r>
              <a:rPr sz="2150" spc="10" dirty="0">
                <a:latin typeface="Calibri"/>
                <a:cs typeface="Calibri"/>
              </a:rPr>
              <a:t>ve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</a:t>
            </a:r>
            <a:r>
              <a:rPr sz="2150" spc="20" dirty="0">
                <a:latin typeface="Calibri"/>
                <a:cs typeface="Calibri"/>
              </a:rPr>
              <a:t>p</a:t>
            </a:r>
            <a:r>
              <a:rPr sz="2150" dirty="0">
                <a:latin typeface="Calibri"/>
                <a:cs typeface="Calibri"/>
              </a:rPr>
              <a:t>tio</a:t>
            </a:r>
            <a:r>
              <a:rPr sz="2150" spc="15" dirty="0">
                <a:latin typeface="Calibri"/>
                <a:cs typeface="Calibri"/>
              </a:rPr>
              <a:t>n</a:t>
            </a:r>
            <a:r>
              <a:rPr sz="2150" spc="5" dirty="0">
                <a:latin typeface="Calibri"/>
                <a:cs typeface="Calibri"/>
              </a:rPr>
              <a:t>, a</a:t>
            </a:r>
            <a:r>
              <a:rPr sz="2150" spc="10" dirty="0">
                <a:latin typeface="Calibri"/>
                <a:cs typeface="Calibri"/>
              </a:rPr>
              <a:t>nd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10" dirty="0">
                <a:latin typeface="Calibri"/>
                <a:cs typeface="Calibri"/>
              </a:rPr>
              <a:t>h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u</a:t>
            </a:r>
            <a:r>
              <a:rPr sz="2150" dirty="0">
                <a:latin typeface="Calibri"/>
                <a:cs typeface="Calibri"/>
              </a:rPr>
              <a:t>ld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be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5" dirty="0">
                <a:latin typeface="Calibri"/>
                <a:cs typeface="Calibri"/>
              </a:rPr>
              <a:t>efe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enced</a:t>
            </a:r>
            <a:r>
              <a:rPr sz="2150" spc="5" dirty="0">
                <a:latin typeface="Calibri"/>
                <a:cs typeface="Calibri"/>
              </a:rPr>
              <a:t> f</a:t>
            </a:r>
            <a:r>
              <a:rPr sz="2150" dirty="0">
                <a:latin typeface="Calibri"/>
                <a:cs typeface="Calibri"/>
              </a:rPr>
              <a:t>ro</a:t>
            </a:r>
            <a:r>
              <a:rPr sz="2150" spc="15" dirty="0">
                <a:latin typeface="Calibri"/>
                <a:cs typeface="Calibri"/>
              </a:rPr>
              <a:t>m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w</a:t>
            </a:r>
            <a:r>
              <a:rPr sz="2150" spc="10" dirty="0">
                <a:latin typeface="Calibri"/>
                <a:cs typeface="Calibri"/>
              </a:rPr>
              <a:t>i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hin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y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5" dirty="0">
                <a:latin typeface="Calibri"/>
                <a:cs typeface="Calibri"/>
              </a:rPr>
              <a:t>ur</a:t>
            </a:r>
            <a:r>
              <a:rPr sz="2150" dirty="0">
                <a:latin typeface="Calibri"/>
                <a:cs typeface="Calibri"/>
              </a:rPr>
              <a:t> t</a:t>
            </a:r>
            <a:r>
              <a:rPr sz="2150" spc="5" dirty="0">
                <a:latin typeface="Calibri"/>
                <a:cs typeface="Calibri"/>
              </a:rPr>
              <a:t>ext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of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your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p</a:t>
            </a:r>
            <a:r>
              <a:rPr sz="2150" spc="5" dirty="0">
                <a:latin typeface="Calibri"/>
                <a:cs typeface="Calibri"/>
              </a:rPr>
              <a:t>a</a:t>
            </a:r>
            <a:r>
              <a:rPr sz="2150" spc="10" dirty="0">
                <a:latin typeface="Calibri"/>
                <a:cs typeface="Calibri"/>
              </a:rPr>
              <a:t>p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r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(!!).</a:t>
            </a:r>
          </a:p>
          <a:p>
            <a:pPr marL="269240" marR="76835" indent="-256540">
              <a:lnSpc>
                <a:spcPct val="91300"/>
              </a:lnSpc>
              <a:spcBef>
                <a:spcPts val="1780"/>
              </a:spcBef>
              <a:buFont typeface="Trebuchet MS"/>
              <a:buChar char="•"/>
              <a:tabLst>
                <a:tab pos="269240" algn="l"/>
              </a:tabLst>
            </a:pPr>
            <a:r>
              <a:rPr sz="2150" spc="10" dirty="0">
                <a:latin typeface="Calibri"/>
                <a:cs typeface="Calibri"/>
              </a:rPr>
              <a:t>I</a:t>
            </a:r>
            <a:r>
              <a:rPr sz="2150" spc="5" dirty="0">
                <a:latin typeface="Calibri"/>
                <a:cs typeface="Calibri"/>
              </a:rPr>
              <a:t>f 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 f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10" dirty="0">
                <a:latin typeface="Calibri"/>
                <a:cs typeface="Calibri"/>
              </a:rPr>
              <a:t>g</a:t>
            </a:r>
            <a:r>
              <a:rPr sz="2150" spc="20" dirty="0">
                <a:latin typeface="Calibri"/>
                <a:cs typeface="Calibri"/>
              </a:rPr>
              <a:t>u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</a:t>
            </a:r>
            <a:r>
              <a:rPr sz="2150" spc="5" dirty="0">
                <a:latin typeface="Calibri"/>
                <a:cs typeface="Calibri"/>
              </a:rPr>
              <a:t>s</a:t>
            </a:r>
            <a:r>
              <a:rPr sz="2150" dirty="0">
                <a:latin typeface="Calibri"/>
                <a:cs typeface="Calibri"/>
              </a:rPr>
              <a:t> r</a:t>
            </a:r>
            <a:r>
              <a:rPr sz="2150" spc="10" dirty="0">
                <a:latin typeface="Calibri"/>
                <a:cs typeface="Calibri"/>
              </a:rPr>
              <a:t>ep</a:t>
            </a:r>
            <a:r>
              <a:rPr sz="2150" dirty="0">
                <a:latin typeface="Calibri"/>
                <a:cs typeface="Calibri"/>
              </a:rPr>
              <a:t>ro</a:t>
            </a:r>
            <a:r>
              <a:rPr sz="2150" spc="10" dirty="0">
                <a:latin typeface="Calibri"/>
                <a:cs typeface="Calibri"/>
              </a:rPr>
              <a:t>d</a:t>
            </a:r>
            <a:r>
              <a:rPr sz="2150" spc="20" dirty="0">
                <a:latin typeface="Calibri"/>
                <a:cs typeface="Calibri"/>
              </a:rPr>
              <a:t>u</a:t>
            </a:r>
            <a:r>
              <a:rPr sz="2150" dirty="0">
                <a:latin typeface="Calibri"/>
                <a:cs typeface="Calibri"/>
              </a:rPr>
              <a:t>c</a:t>
            </a:r>
            <a:r>
              <a:rPr sz="2150" spc="10" dirty="0">
                <a:latin typeface="Calibri"/>
                <a:cs typeface="Calibri"/>
              </a:rPr>
              <a:t>ed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co</a:t>
            </a:r>
            <a:r>
              <a:rPr sz="2150" spc="10" dirty="0">
                <a:latin typeface="Calibri"/>
                <a:cs typeface="Calibri"/>
              </a:rPr>
              <a:t>pied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spc="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a</a:t>
            </a:r>
            <a:r>
              <a:rPr sz="2150" spc="10" dirty="0">
                <a:latin typeface="Calibri"/>
                <a:cs typeface="Calibri"/>
              </a:rPr>
              <a:t>dap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ed</a:t>
            </a:r>
            <a:r>
              <a:rPr sz="2150" spc="5" dirty="0">
                <a:latin typeface="Calibri"/>
                <a:cs typeface="Calibri"/>
              </a:rPr>
              <a:t> f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15" dirty="0">
                <a:latin typeface="Calibri"/>
                <a:cs typeface="Calibri"/>
              </a:rPr>
              <a:t>om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a</a:t>
            </a:r>
            <a:r>
              <a:rPr sz="2150" spc="10" dirty="0">
                <a:latin typeface="Calibri"/>
                <a:cs typeface="Calibri"/>
              </a:rPr>
              <a:t>n</a:t>
            </a:r>
            <a:r>
              <a:rPr sz="2150" spc="5" dirty="0">
                <a:latin typeface="Calibri"/>
                <a:cs typeface="Calibri"/>
              </a:rPr>
              <a:t>o</a:t>
            </a:r>
            <a:r>
              <a:rPr sz="2150" spc="10" dirty="0">
                <a:latin typeface="Calibri"/>
                <a:cs typeface="Calibri"/>
              </a:rPr>
              <a:t>t</a:t>
            </a:r>
            <a:r>
              <a:rPr sz="2150" spc="5" dirty="0">
                <a:latin typeface="Calibri"/>
                <a:cs typeface="Calibri"/>
              </a:rPr>
              <a:t>her</a:t>
            </a:r>
            <a:r>
              <a:rPr sz="2150" dirty="0">
                <a:latin typeface="Calibri"/>
                <a:cs typeface="Calibri"/>
              </a:rPr>
              <a:t> so</a:t>
            </a:r>
            <a:r>
              <a:rPr sz="2150" spc="20" dirty="0">
                <a:latin typeface="Calibri"/>
                <a:cs typeface="Calibri"/>
              </a:rPr>
              <a:t>u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c</a:t>
            </a:r>
            <a:r>
              <a:rPr sz="2150" spc="5" dirty="0">
                <a:latin typeface="Calibri"/>
                <a:cs typeface="Calibri"/>
              </a:rPr>
              <a:t>e,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</a:t>
            </a:r>
            <a:r>
              <a:rPr sz="2150" spc="5" dirty="0">
                <a:latin typeface="Calibri"/>
                <a:cs typeface="Calibri"/>
              </a:rPr>
              <a:t>at </a:t>
            </a:r>
            <a:r>
              <a:rPr sz="2150" dirty="0">
                <a:latin typeface="Calibri"/>
                <a:cs typeface="Calibri"/>
              </a:rPr>
              <a:t>so</a:t>
            </a:r>
            <a:r>
              <a:rPr sz="2150" spc="10" dirty="0">
                <a:latin typeface="Calibri"/>
                <a:cs typeface="Calibri"/>
              </a:rPr>
              <a:t>u</a:t>
            </a:r>
            <a:r>
              <a:rPr sz="2150" dirty="0">
                <a:latin typeface="Calibri"/>
                <a:cs typeface="Calibri"/>
              </a:rPr>
              <a:t>rc</a:t>
            </a:r>
            <a:r>
              <a:rPr sz="2150" spc="10" dirty="0">
                <a:latin typeface="Calibri"/>
                <a:cs typeface="Calibri"/>
              </a:rPr>
              <a:t>e </a:t>
            </a:r>
            <a:r>
              <a:rPr sz="2150" dirty="0">
                <a:latin typeface="Calibri"/>
                <a:cs typeface="Calibri"/>
              </a:rPr>
              <a:t>m</a:t>
            </a:r>
            <a:r>
              <a:rPr sz="2150" spc="20" dirty="0">
                <a:latin typeface="Calibri"/>
                <a:cs typeface="Calibri"/>
              </a:rPr>
              <a:t>u</a:t>
            </a:r>
            <a:r>
              <a:rPr sz="2150" dirty="0">
                <a:latin typeface="Calibri"/>
                <a:cs typeface="Calibri"/>
              </a:rPr>
              <a:t>s</a:t>
            </a:r>
            <a:r>
              <a:rPr sz="2150" spc="5" dirty="0">
                <a:latin typeface="Calibri"/>
                <a:cs typeface="Calibri"/>
              </a:rPr>
              <a:t>t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b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p</a:t>
            </a:r>
            <a:r>
              <a:rPr sz="2150" dirty="0">
                <a:latin typeface="Calibri"/>
                <a:cs typeface="Calibri"/>
              </a:rPr>
              <a:t>ro</a:t>
            </a:r>
            <a:r>
              <a:rPr sz="2150" spc="10" dirty="0">
                <a:latin typeface="Calibri"/>
                <a:cs typeface="Calibri"/>
              </a:rPr>
              <a:t>p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5" dirty="0">
                <a:latin typeface="Calibri"/>
                <a:cs typeface="Calibri"/>
              </a:rPr>
              <a:t>y a</a:t>
            </a:r>
            <a:r>
              <a:rPr sz="2150" spc="10" dirty="0">
                <a:latin typeface="Calibri"/>
                <a:cs typeface="Calibri"/>
              </a:rPr>
              <a:t>c</a:t>
            </a:r>
            <a:r>
              <a:rPr sz="2150" dirty="0">
                <a:latin typeface="Calibri"/>
                <a:cs typeface="Calibri"/>
              </a:rPr>
              <a:t>k</a:t>
            </a:r>
            <a:r>
              <a:rPr sz="2150" spc="20" dirty="0">
                <a:latin typeface="Calibri"/>
                <a:cs typeface="Calibri"/>
              </a:rPr>
              <a:t>n</a:t>
            </a:r>
            <a:r>
              <a:rPr sz="2150" spc="5" dirty="0">
                <a:latin typeface="Calibri"/>
                <a:cs typeface="Calibri"/>
              </a:rPr>
              <a:t>o</a:t>
            </a:r>
            <a:r>
              <a:rPr sz="2150" spc="15" dirty="0">
                <a:latin typeface="Calibri"/>
                <a:cs typeface="Calibri"/>
              </a:rPr>
              <a:t>w</a:t>
            </a:r>
            <a:r>
              <a:rPr sz="2150" dirty="0">
                <a:latin typeface="Calibri"/>
                <a:cs typeface="Calibri"/>
              </a:rPr>
              <a:t>l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10" dirty="0">
                <a:latin typeface="Calibri"/>
                <a:cs typeface="Calibri"/>
              </a:rPr>
              <a:t>dged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20" dirty="0">
                <a:latin typeface="Calibri"/>
                <a:cs typeface="Calibri"/>
              </a:rPr>
              <a:t>h</a:t>
            </a:r>
            <a:r>
              <a:rPr sz="2150" spc="1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</a:t>
            </a:r>
            <a:r>
              <a:rPr sz="2150" spc="10" dirty="0">
                <a:latin typeface="Calibri"/>
                <a:cs typeface="Calibri"/>
              </a:rPr>
              <a:t>ap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10" dirty="0">
                <a:latin typeface="Calibri"/>
                <a:cs typeface="Calibri"/>
              </a:rPr>
              <a:t>i</a:t>
            </a:r>
            <a:r>
              <a:rPr sz="2150" spc="5" dirty="0">
                <a:latin typeface="Calibri"/>
                <a:cs typeface="Calibri"/>
              </a:rPr>
              <a:t>on,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and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l</a:t>
            </a:r>
            <a:r>
              <a:rPr sz="2150" dirty="0">
                <a:latin typeface="Calibri"/>
                <a:cs typeface="Calibri"/>
              </a:rPr>
              <a:t>ist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10" dirty="0">
                <a:latin typeface="Calibri"/>
                <a:cs typeface="Calibri"/>
              </a:rPr>
              <a:t>d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mo</a:t>
            </a:r>
            <a:r>
              <a:rPr sz="2150" spc="10" dirty="0">
                <a:latin typeface="Calibri"/>
                <a:cs typeface="Calibri"/>
              </a:rPr>
              <a:t>ng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o</a:t>
            </a:r>
            <a:r>
              <a:rPr sz="2150" dirty="0">
                <a:latin typeface="Calibri"/>
                <a:cs typeface="Calibri"/>
              </a:rPr>
              <a:t>t</a:t>
            </a:r>
            <a:r>
              <a:rPr sz="2150" spc="5" dirty="0">
                <a:latin typeface="Calibri"/>
                <a:cs typeface="Calibri"/>
              </a:rPr>
              <a:t>her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r</a:t>
            </a:r>
            <a:r>
              <a:rPr sz="2150" spc="20" dirty="0">
                <a:latin typeface="Calibri"/>
                <a:cs typeface="Calibri"/>
              </a:rPr>
              <a:t>e</a:t>
            </a:r>
            <a:r>
              <a:rPr sz="2150" spc="5" dirty="0">
                <a:latin typeface="Calibri"/>
                <a:cs typeface="Calibri"/>
              </a:rPr>
              <a:t>fe</a:t>
            </a:r>
            <a:r>
              <a:rPr sz="2150" dirty="0">
                <a:latin typeface="Calibri"/>
                <a:cs typeface="Calibri"/>
              </a:rPr>
              <a:t>r</a:t>
            </a:r>
            <a:r>
              <a:rPr sz="2150" spc="10" dirty="0">
                <a:latin typeface="Calibri"/>
                <a:cs typeface="Calibri"/>
              </a:rPr>
              <a:t>enc</a:t>
            </a:r>
            <a:r>
              <a:rPr sz="2150" spc="5" dirty="0">
                <a:latin typeface="Calibri"/>
                <a:cs typeface="Calibri"/>
              </a:rPr>
              <a:t>es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8B9DBB4-1249-47B3-AAED-688BBB7876F7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C</a:t>
            </a:r>
            <a:r>
              <a:rPr spc="5"/>
              <a:t>o</a:t>
            </a:r>
            <a:r>
              <a:rPr spc="-15"/>
              <a:t>n</a:t>
            </a:r>
            <a:r>
              <a:rPr spc="-20"/>
              <a:t>c</a:t>
            </a:r>
            <a:r>
              <a:rPr spc="-10"/>
              <a:t>l</a:t>
            </a:r>
            <a:r>
              <a:rPr spc="-5"/>
              <a:t>us</a:t>
            </a:r>
            <a:r>
              <a:rPr spc="-10"/>
              <a:t>i</a:t>
            </a:r>
            <a:r>
              <a:rPr spc="-5"/>
              <a:t>ons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00621"/>
            <a:ext cx="7300595" cy="416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 marR="965835" indent="-245110">
              <a:lnSpc>
                <a:spcPts val="2500"/>
              </a:lnSpc>
              <a:buSzPct val="97619"/>
              <a:buFont typeface="Trebuchet MS"/>
              <a:buChar char="•"/>
              <a:tabLst>
                <a:tab pos="257810" algn="l"/>
              </a:tabLst>
            </a:pPr>
            <a:r>
              <a:rPr sz="2100" spc="-25" dirty="0">
                <a:latin typeface="Calibri"/>
                <a:cs typeface="Calibri"/>
              </a:rPr>
              <a:t>D</a:t>
            </a:r>
            <a:r>
              <a:rPr sz="2100" spc="-15" dirty="0">
                <a:latin typeface="Calibri"/>
                <a:cs typeface="Calibri"/>
              </a:rPr>
              <a:t>is</a:t>
            </a:r>
            <a:r>
              <a:rPr sz="2100" spc="-5" dirty="0">
                <a:latin typeface="Calibri"/>
                <a:cs typeface="Calibri"/>
              </a:rPr>
              <a:t>c</a:t>
            </a:r>
            <a:r>
              <a:rPr sz="2100" spc="-25" dirty="0">
                <a:latin typeface="Calibri"/>
                <a:cs typeface="Calibri"/>
              </a:rPr>
              <a:t>u</a:t>
            </a:r>
            <a:r>
              <a:rPr sz="2100" spc="-15" dirty="0">
                <a:latin typeface="Calibri"/>
                <a:cs typeface="Calibri"/>
              </a:rPr>
              <a:t>s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y</a:t>
            </a:r>
            <a:r>
              <a:rPr sz="2100" spc="-20" dirty="0">
                <a:latin typeface="Calibri"/>
                <a:cs typeface="Calibri"/>
              </a:rPr>
              <a:t>ou</a:t>
            </a:r>
            <a:r>
              <a:rPr sz="2100" spc="-10" dirty="0">
                <a:latin typeface="Calibri"/>
                <a:cs typeface="Calibri"/>
              </a:rPr>
              <a:t>r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fi</a:t>
            </a:r>
            <a:r>
              <a:rPr sz="2100" spc="-25" dirty="0">
                <a:latin typeface="Calibri"/>
                <a:cs typeface="Calibri"/>
              </a:rPr>
              <a:t>nd</a:t>
            </a:r>
            <a:r>
              <a:rPr sz="2050" dirty="0">
                <a:latin typeface="Calibri"/>
                <a:cs typeface="Calibri"/>
              </a:rPr>
              <a:t>ing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-15" dirty="0">
                <a:latin typeface="Calibri"/>
                <a:cs typeface="Calibri"/>
              </a:rPr>
              <a:t>n </a:t>
            </a:r>
            <a:r>
              <a:rPr sz="2100" spc="-10" dirty="0">
                <a:latin typeface="Calibri"/>
                <a:cs typeface="Calibri"/>
              </a:rPr>
              <a:t>a </a:t>
            </a:r>
            <a:r>
              <a:rPr sz="2100" spc="-20" dirty="0">
                <a:latin typeface="Calibri"/>
                <a:cs typeface="Calibri"/>
              </a:rPr>
              <a:t>w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10" dirty="0">
                <a:latin typeface="Calibri"/>
                <a:cs typeface="Calibri"/>
              </a:rPr>
              <a:t>y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20" dirty="0">
                <a:latin typeface="Calibri"/>
                <a:cs typeface="Calibri"/>
              </a:rPr>
              <a:t>h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10" dirty="0">
                <a:latin typeface="Calibri"/>
                <a:cs typeface="Calibri"/>
              </a:rPr>
              <a:t>t </a:t>
            </a:r>
            <a:r>
              <a:rPr sz="2100" spc="-15" dirty="0">
                <a:latin typeface="Calibri"/>
                <a:cs typeface="Calibri"/>
              </a:rPr>
              <a:t>lea</a:t>
            </a:r>
            <a:r>
              <a:rPr sz="2100" spc="-25" dirty="0">
                <a:latin typeface="Calibri"/>
                <a:cs typeface="Calibri"/>
              </a:rPr>
              <a:t>d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lo</a:t>
            </a:r>
            <a:r>
              <a:rPr sz="2100" spc="-15" dirty="0">
                <a:latin typeface="Calibri"/>
                <a:cs typeface="Calibri"/>
              </a:rPr>
              <a:t>gi</a:t>
            </a:r>
            <a:r>
              <a:rPr sz="2100" spc="-10" dirty="0">
                <a:latin typeface="Calibri"/>
                <a:cs typeface="Calibri"/>
              </a:rPr>
              <a:t>c</a:t>
            </a:r>
            <a:r>
              <a:rPr sz="2100" spc="-15" dirty="0">
                <a:latin typeface="Calibri"/>
                <a:cs typeface="Calibri"/>
              </a:rPr>
              <a:t>al</a:t>
            </a:r>
            <a:r>
              <a:rPr sz="2100" spc="-10" dirty="0">
                <a:latin typeface="Calibri"/>
                <a:cs typeface="Calibri"/>
              </a:rPr>
              <a:t>ly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to</a:t>
            </a:r>
            <a:r>
              <a:rPr sz="2100" spc="-10" dirty="0">
                <a:latin typeface="Calibri"/>
                <a:cs typeface="Calibri"/>
              </a:rPr>
              <a:t> y</a:t>
            </a:r>
            <a:r>
              <a:rPr sz="2100" spc="-20" dirty="0">
                <a:latin typeface="Calibri"/>
                <a:cs typeface="Calibri"/>
              </a:rPr>
              <a:t>o</a:t>
            </a:r>
            <a:r>
              <a:rPr sz="2100" spc="-25" dirty="0">
                <a:latin typeface="Calibri"/>
                <a:cs typeface="Calibri"/>
              </a:rPr>
              <a:t>u</a:t>
            </a:r>
            <a:r>
              <a:rPr sz="2100" spc="-10" dirty="0">
                <a:latin typeface="Calibri"/>
                <a:cs typeface="Calibri"/>
              </a:rPr>
              <a:t>r c</a:t>
            </a:r>
            <a:r>
              <a:rPr sz="2050" spc="1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100" spc="-10" dirty="0">
                <a:latin typeface="Calibri"/>
                <a:cs typeface="Calibri"/>
              </a:rPr>
              <a:t>cl</a:t>
            </a:r>
            <a:r>
              <a:rPr sz="2100" spc="-25" dirty="0">
                <a:latin typeface="Calibri"/>
                <a:cs typeface="Calibri"/>
              </a:rPr>
              <a:t>u</a:t>
            </a:r>
            <a:r>
              <a:rPr sz="2100" spc="-15" dirty="0">
                <a:latin typeface="Calibri"/>
                <a:cs typeface="Calibri"/>
              </a:rPr>
              <a:t>sion</a:t>
            </a:r>
            <a:r>
              <a:rPr sz="2100" spc="-20" dirty="0">
                <a:latin typeface="Calibri"/>
                <a:cs typeface="Calibri"/>
              </a:rPr>
              <a:t>s</a:t>
            </a:r>
            <a:r>
              <a:rPr sz="2100" spc="-1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  <a:p>
            <a:pPr marL="257810" marR="33655" indent="-245110">
              <a:lnSpc>
                <a:spcPct val="100000"/>
              </a:lnSpc>
              <a:spcBef>
                <a:spcPts val="1690"/>
              </a:spcBef>
              <a:buFont typeface="Trebuchet MS"/>
              <a:buChar char="•"/>
              <a:tabLst>
                <a:tab pos="257810" algn="l"/>
              </a:tabLst>
            </a:pPr>
            <a:r>
              <a:rPr sz="2050" dirty="0">
                <a:latin typeface="Calibri"/>
                <a:cs typeface="Calibri"/>
              </a:rPr>
              <a:t>St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ev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10" dirty="0">
                <a:latin typeface="Calibri"/>
                <a:cs typeface="Calibri"/>
              </a:rPr>
              <a:t>d</a:t>
            </a:r>
            <a:r>
              <a:rPr sz="2050" spc="15" dirty="0">
                <a:latin typeface="Calibri"/>
                <a:cs typeface="Calibri"/>
              </a:rPr>
              <a:t>e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ce </a:t>
            </a:r>
            <a:r>
              <a:rPr sz="2050" spc="10" dirty="0">
                <a:latin typeface="Calibri"/>
                <a:cs typeface="Calibri"/>
              </a:rPr>
              <a:t>fo</a:t>
            </a:r>
            <a:r>
              <a:rPr sz="2050" spc="5" dirty="0">
                <a:latin typeface="Calibri"/>
                <a:cs typeface="Calibri"/>
              </a:rPr>
              <a:t>r </a:t>
            </a:r>
            <a:r>
              <a:rPr sz="2050" spc="15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20" dirty="0">
                <a:latin typeface="Calibri"/>
                <a:cs typeface="Calibri"/>
              </a:rPr>
              <a:t>h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1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l</a:t>
            </a:r>
            <a:r>
              <a:rPr sz="2050" spc="10" dirty="0">
                <a:latin typeface="Calibri"/>
                <a:cs typeface="Calibri"/>
              </a:rPr>
              <a:t>usio</a:t>
            </a:r>
            <a:r>
              <a:rPr sz="2050" spc="20" dirty="0">
                <a:latin typeface="Calibri"/>
                <a:cs typeface="Calibri"/>
              </a:rPr>
              <a:t>n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5" dirty="0">
                <a:latin typeface="Calibri"/>
                <a:cs typeface="Calibri"/>
              </a:rPr>
              <a:t>l</a:t>
            </a:r>
            <a:r>
              <a:rPr sz="2050" spc="15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rl</a:t>
            </a:r>
            <a:r>
              <a:rPr sz="2050" spc="5" dirty="0">
                <a:latin typeface="Calibri"/>
                <a:cs typeface="Calibri"/>
              </a:rPr>
              <a:t>y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15" dirty="0">
                <a:latin typeface="Calibri"/>
                <a:cs typeface="Calibri"/>
              </a:rPr>
              <a:t>n</a:t>
            </a:r>
            <a:r>
              <a:rPr sz="2050" spc="20" dirty="0">
                <a:latin typeface="Calibri"/>
                <a:cs typeface="Calibri"/>
              </a:rPr>
              <a:t>d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5" dirty="0">
                <a:latin typeface="Calibri"/>
                <a:cs typeface="Calibri"/>
              </a:rPr>
              <a:t>s</a:t>
            </a:r>
            <a:r>
              <a:rPr sz="2050" spc="15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l</a:t>
            </a:r>
            <a:r>
              <a:rPr sz="2050" spc="5" dirty="0">
                <a:latin typeface="Calibri"/>
                <a:cs typeface="Calibri"/>
              </a:rPr>
              <a:t>y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p</a:t>
            </a:r>
            <a:r>
              <a:rPr sz="2100" spc="-10" dirty="0">
                <a:latin typeface="Calibri"/>
                <a:cs typeface="Calibri"/>
              </a:rPr>
              <a:t>o</a:t>
            </a:r>
            <a:r>
              <a:rPr sz="2100" spc="-20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si</a:t>
            </a:r>
            <a:r>
              <a:rPr sz="2050" spc="10" dirty="0">
                <a:latin typeface="Calibri"/>
                <a:cs typeface="Calibri"/>
              </a:rPr>
              <a:t>b</a:t>
            </a:r>
            <a:r>
              <a:rPr sz="2100" spc="-10" dirty="0">
                <a:latin typeface="Calibri"/>
                <a:cs typeface="Calibri"/>
              </a:rPr>
              <a:t>le</a:t>
            </a:r>
            <a:r>
              <a:rPr sz="2050" spc="10" dirty="0">
                <a:latin typeface="Calibri"/>
                <a:cs typeface="Calibri"/>
              </a:rPr>
              <a:t>.</a:t>
            </a:r>
            <a:endParaRPr sz="2050" dirty="0">
              <a:latin typeface="Calibri"/>
              <a:cs typeface="Calibri"/>
            </a:endParaRPr>
          </a:p>
          <a:p>
            <a:pPr marL="257810" marR="142875" indent="-245110">
              <a:lnSpc>
                <a:spcPct val="100800"/>
              </a:lnSpc>
              <a:spcBef>
                <a:spcPts val="1750"/>
              </a:spcBef>
              <a:buFont typeface="Trebuchet MS"/>
              <a:buChar char="•"/>
              <a:tabLst>
                <a:tab pos="257810" algn="l"/>
              </a:tabLst>
            </a:pPr>
            <a:r>
              <a:rPr sz="2050" spc="10" dirty="0">
                <a:latin typeface="Calibri"/>
                <a:cs typeface="Calibri"/>
              </a:rPr>
              <a:t>Be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su</a:t>
            </a:r>
            <a:r>
              <a:rPr sz="2050" dirty="0">
                <a:latin typeface="Calibri"/>
                <a:cs typeface="Calibri"/>
              </a:rPr>
              <a:t>r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dirty="0">
                <a:latin typeface="Calibri"/>
                <a:cs typeface="Calibri"/>
              </a:rPr>
              <a:t> t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poin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u</a:t>
            </a:r>
            <a:r>
              <a:rPr sz="2050" spc="5" dirty="0">
                <a:latin typeface="Calibri"/>
                <a:cs typeface="Calibri"/>
              </a:rPr>
              <a:t>t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y </a:t>
            </a:r>
            <a:r>
              <a:rPr sz="2050" dirty="0">
                <a:latin typeface="Calibri"/>
                <a:cs typeface="Calibri"/>
              </a:rPr>
              <a:t>ex</a:t>
            </a:r>
            <a:r>
              <a:rPr sz="2050" spc="5" dirty="0">
                <a:latin typeface="Calibri"/>
                <a:cs typeface="Calibri"/>
              </a:rPr>
              <a:t>cep</a:t>
            </a:r>
            <a:r>
              <a:rPr sz="2050" spc="-5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 t</a:t>
            </a:r>
            <a:r>
              <a:rPr sz="2050" spc="10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y</a:t>
            </a:r>
            <a:r>
              <a:rPr sz="2050" spc="1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u</a:t>
            </a:r>
            <a:r>
              <a:rPr sz="2050" spc="5" dirty="0">
                <a:latin typeface="Calibri"/>
                <a:cs typeface="Calibri"/>
              </a:rPr>
              <a:t>r ge</a:t>
            </a:r>
            <a:r>
              <a:rPr sz="2050" dirty="0">
                <a:latin typeface="Calibri"/>
                <a:cs typeface="Calibri"/>
              </a:rPr>
              <a:t>n</a:t>
            </a:r>
            <a:r>
              <a:rPr sz="2050" spc="15" dirty="0">
                <a:latin typeface="Calibri"/>
                <a:cs typeface="Calibri"/>
              </a:rPr>
              <a:t>e</a:t>
            </a:r>
            <a:r>
              <a:rPr sz="2050" dirty="0">
                <a:latin typeface="Calibri"/>
                <a:cs typeface="Calibri"/>
              </a:rPr>
              <a:t>ra</a:t>
            </a:r>
            <a:r>
              <a:rPr sz="2050" spc="5" dirty="0">
                <a:latin typeface="Calibri"/>
                <a:cs typeface="Calibri"/>
              </a:rPr>
              <a:t>l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l</a:t>
            </a:r>
            <a:r>
              <a:rPr sz="2050" spc="10" dirty="0">
                <a:latin typeface="Calibri"/>
                <a:cs typeface="Calibri"/>
              </a:rPr>
              <a:t>u</a:t>
            </a:r>
            <a:r>
              <a:rPr sz="2050" spc="-5" dirty="0">
                <a:latin typeface="Calibri"/>
                <a:cs typeface="Calibri"/>
              </a:rPr>
              <a:t>s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s,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d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10" dirty="0">
                <a:latin typeface="Calibri"/>
                <a:cs typeface="Calibri"/>
              </a:rPr>
              <a:t>cu</a:t>
            </a:r>
            <a:r>
              <a:rPr sz="2050" spc="-5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s 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5" dirty="0">
                <a:latin typeface="Calibri"/>
                <a:cs typeface="Calibri"/>
              </a:rPr>
              <a:t>h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dirty="0">
                <a:latin typeface="Calibri"/>
                <a:cs typeface="Calibri"/>
              </a:rPr>
              <a:t>ssu</a:t>
            </a:r>
            <a:r>
              <a:rPr sz="2050" spc="10" dirty="0">
                <a:latin typeface="Calibri"/>
                <a:cs typeface="Calibri"/>
              </a:rPr>
              <a:t>m</a:t>
            </a:r>
            <a:r>
              <a:rPr sz="2050" dirty="0">
                <a:latin typeface="Calibri"/>
                <a:cs typeface="Calibri"/>
              </a:rPr>
              <a:t>p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y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20" dirty="0">
                <a:latin typeface="Calibri"/>
                <a:cs typeface="Calibri"/>
              </a:rPr>
              <a:t>u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h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ve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ma</a:t>
            </a:r>
            <a:r>
              <a:rPr sz="2050" spc="10" dirty="0">
                <a:latin typeface="Calibri"/>
                <a:cs typeface="Calibri"/>
              </a:rPr>
              <a:t>d</a:t>
            </a:r>
            <a:r>
              <a:rPr sz="2050" spc="5" dirty="0">
                <a:latin typeface="Calibri"/>
                <a:cs typeface="Calibri"/>
              </a:rPr>
              <a:t>e, 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15" dirty="0">
                <a:latin typeface="Calibri"/>
                <a:cs typeface="Calibri"/>
              </a:rPr>
              <a:t>n</a:t>
            </a:r>
            <a:r>
              <a:rPr sz="2050" spc="20" dirty="0">
                <a:latin typeface="Calibri"/>
                <a:cs typeface="Calibri"/>
              </a:rPr>
              <a:t>d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15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g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15" dirty="0">
                <a:latin typeface="Calibri"/>
                <a:cs typeface="Calibri"/>
              </a:rPr>
              <a:t>z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y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un</a:t>
            </a:r>
            <a:r>
              <a:rPr sz="2100" spc="-5" dirty="0">
                <a:latin typeface="Calibri"/>
                <a:cs typeface="Calibri"/>
              </a:rPr>
              <a:t>r</a:t>
            </a:r>
            <a:r>
              <a:rPr sz="2100" spc="-15" dirty="0">
                <a:latin typeface="Calibri"/>
                <a:cs typeface="Calibri"/>
              </a:rPr>
              <a:t>esol</a:t>
            </a:r>
            <a:r>
              <a:rPr sz="2100" spc="-10" dirty="0">
                <a:latin typeface="Calibri"/>
                <a:cs typeface="Calibri"/>
              </a:rPr>
              <a:t>v</a:t>
            </a:r>
            <a:r>
              <a:rPr sz="2100" spc="-20" dirty="0">
                <a:latin typeface="Calibri"/>
                <a:cs typeface="Calibri"/>
              </a:rPr>
              <a:t>e</a:t>
            </a:r>
            <a:r>
              <a:rPr sz="2100" spc="-15" dirty="0">
                <a:latin typeface="Calibri"/>
                <a:cs typeface="Calibri"/>
              </a:rPr>
              <a:t>d is</a:t>
            </a:r>
            <a:r>
              <a:rPr sz="2100" spc="-20" dirty="0">
                <a:latin typeface="Calibri"/>
                <a:cs typeface="Calibri"/>
              </a:rPr>
              <a:t>sue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or c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ses.</a:t>
            </a:r>
            <a:endParaRPr sz="2100" dirty="0">
              <a:latin typeface="Calibri"/>
              <a:cs typeface="Calibri"/>
            </a:endParaRPr>
          </a:p>
          <a:p>
            <a:pPr marL="257810" marR="5080" indent="-245110">
              <a:lnSpc>
                <a:spcPct val="99500"/>
              </a:lnSpc>
              <a:spcBef>
                <a:spcPts val="1780"/>
              </a:spcBef>
              <a:buFont typeface="Trebuchet MS"/>
              <a:buChar char="•"/>
              <a:tabLst>
                <a:tab pos="257810" algn="l"/>
              </a:tabLst>
            </a:pPr>
            <a:r>
              <a:rPr sz="2050" spc="5" dirty="0">
                <a:latin typeface="Calibri"/>
                <a:cs typeface="Calibri"/>
              </a:rPr>
              <a:t>It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15" dirty="0">
                <a:latin typeface="Calibri"/>
                <a:cs typeface="Calibri"/>
              </a:rPr>
              <a:t>s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20" dirty="0">
                <a:latin typeface="Calibri"/>
                <a:cs typeface="Calibri"/>
              </a:rPr>
              <a:t>n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5" dirty="0">
                <a:latin typeface="Calibri"/>
                <a:cs typeface="Calibri"/>
              </a:rPr>
              <a:t>h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dirty="0">
                <a:latin typeface="Calibri"/>
                <a:cs typeface="Calibri"/>
              </a:rPr>
              <a:t>l</a:t>
            </a:r>
            <a:r>
              <a:rPr sz="2050" spc="10" dirty="0">
                <a:latin typeface="Calibri"/>
                <a:cs typeface="Calibri"/>
              </a:rPr>
              <a:t>usion</a:t>
            </a:r>
            <a:r>
              <a:rPr sz="2050" spc="5" dirty="0">
                <a:latin typeface="Calibri"/>
                <a:cs typeface="Calibri"/>
              </a:rPr>
              <a:t>s 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h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y</a:t>
            </a:r>
            <a:r>
              <a:rPr sz="2050" spc="25" dirty="0">
                <a:latin typeface="Calibri"/>
                <a:cs typeface="Calibri"/>
              </a:rPr>
              <a:t>o</a:t>
            </a:r>
            <a:r>
              <a:rPr sz="2050" spc="20" dirty="0">
                <a:latin typeface="Calibri"/>
                <a:cs typeface="Calibri"/>
              </a:rPr>
              <a:t>u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10" dirty="0">
                <a:latin typeface="Calibri"/>
                <a:cs typeface="Calibri"/>
              </a:rPr>
              <a:t>d</a:t>
            </a:r>
            <a:r>
              <a:rPr sz="2050" dirty="0">
                <a:latin typeface="Calibri"/>
                <a:cs typeface="Calibri"/>
              </a:rPr>
              <a:t>i</a:t>
            </a:r>
            <a:r>
              <a:rPr sz="2050" spc="5" dirty="0">
                <a:latin typeface="Calibri"/>
                <a:cs typeface="Calibri"/>
              </a:rPr>
              <a:t>sc</a:t>
            </a:r>
            <a:r>
              <a:rPr sz="2050" spc="15" dirty="0">
                <a:latin typeface="Calibri"/>
                <a:cs typeface="Calibri"/>
              </a:rPr>
              <a:t>u</a:t>
            </a:r>
            <a:r>
              <a:rPr sz="2050" spc="5" dirty="0">
                <a:latin typeface="Calibri"/>
                <a:cs typeface="Calibri"/>
              </a:rPr>
              <a:t>ss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5" dirty="0">
                <a:latin typeface="Calibri"/>
                <a:cs typeface="Calibri"/>
              </a:rPr>
              <a:t>whe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5" dirty="0">
                <a:latin typeface="Calibri"/>
                <a:cs typeface="Calibri"/>
              </a:rPr>
              <a:t>her </a:t>
            </a:r>
            <a:r>
              <a:rPr sz="2050" spc="15" dirty="0">
                <a:latin typeface="Calibri"/>
                <a:cs typeface="Calibri"/>
              </a:rPr>
              <a:t>o</a:t>
            </a:r>
            <a:r>
              <a:rPr sz="2050" spc="5" dirty="0">
                <a:latin typeface="Calibri"/>
                <a:cs typeface="Calibri"/>
              </a:rPr>
              <a:t>r </a:t>
            </a:r>
            <a:r>
              <a:rPr sz="2050" spc="15" dirty="0">
                <a:latin typeface="Calibri"/>
                <a:cs typeface="Calibri"/>
              </a:rPr>
              <a:t>no</a:t>
            </a:r>
            <a:r>
              <a:rPr sz="2050" spc="5" dirty="0">
                <a:latin typeface="Calibri"/>
                <a:cs typeface="Calibri"/>
              </a:rPr>
              <a:t>t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</a:t>
            </a:r>
            <a:r>
              <a:rPr sz="2050" spc="10" dirty="0">
                <a:latin typeface="Calibri"/>
                <a:cs typeface="Calibri"/>
              </a:rPr>
              <a:t>e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obs</a:t>
            </a:r>
            <a:r>
              <a:rPr sz="2100" spc="-10" dirty="0">
                <a:latin typeface="Calibri"/>
                <a:cs typeface="Calibri"/>
              </a:rPr>
              <a:t>e</a:t>
            </a:r>
            <a:r>
              <a:rPr sz="2100" spc="-15" dirty="0">
                <a:latin typeface="Calibri"/>
                <a:cs typeface="Calibri"/>
              </a:rPr>
              <a:t>r</a:t>
            </a:r>
            <a:r>
              <a:rPr sz="2100" spc="-10" dirty="0">
                <a:latin typeface="Calibri"/>
                <a:cs typeface="Calibri"/>
              </a:rPr>
              <a:t>v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tio</a:t>
            </a:r>
            <a:r>
              <a:rPr sz="2100" spc="-25" dirty="0">
                <a:latin typeface="Calibri"/>
                <a:cs typeface="Calibri"/>
              </a:rPr>
              <a:t>n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20" dirty="0">
                <a:latin typeface="Calibri"/>
                <a:cs typeface="Calibri"/>
              </a:rPr>
              <a:t>n</a:t>
            </a:r>
            <a:r>
              <a:rPr sz="2100" spc="-15" dirty="0">
                <a:latin typeface="Calibri"/>
                <a:cs typeface="Calibri"/>
              </a:rPr>
              <a:t>d 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-25" dirty="0">
                <a:latin typeface="Calibri"/>
                <a:cs typeface="Calibri"/>
              </a:rPr>
              <a:t>n</a:t>
            </a:r>
            <a:r>
              <a:rPr sz="2100" spc="-20" dirty="0">
                <a:latin typeface="Calibri"/>
                <a:cs typeface="Calibri"/>
              </a:rPr>
              <a:t>f</a:t>
            </a:r>
            <a:r>
              <a:rPr sz="2100" spc="-10" dirty="0">
                <a:latin typeface="Calibri"/>
                <a:cs typeface="Calibri"/>
              </a:rPr>
              <a:t>o</a:t>
            </a:r>
            <a:r>
              <a:rPr sz="2100" spc="-20" dirty="0">
                <a:latin typeface="Calibri"/>
                <a:cs typeface="Calibri"/>
              </a:rPr>
              <a:t>rm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tion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yo</a:t>
            </a:r>
            <a:r>
              <a:rPr sz="2100" spc="-15" dirty="0">
                <a:latin typeface="Calibri"/>
                <a:cs typeface="Calibri"/>
              </a:rPr>
              <a:t>u c</a:t>
            </a:r>
            <a:r>
              <a:rPr sz="2100" spc="-10" dirty="0">
                <a:latin typeface="Calibri"/>
                <a:cs typeface="Calibri"/>
              </a:rPr>
              <a:t>o</a:t>
            </a:r>
            <a:r>
              <a:rPr sz="2100" spc="-15" dirty="0">
                <a:latin typeface="Calibri"/>
                <a:cs typeface="Calibri"/>
              </a:rPr>
              <a:t>lle</a:t>
            </a:r>
            <a:r>
              <a:rPr sz="2100" spc="-10" dirty="0">
                <a:latin typeface="Calibri"/>
                <a:cs typeface="Calibri"/>
              </a:rPr>
              <a:t>c</a:t>
            </a:r>
            <a:r>
              <a:rPr sz="2100" spc="-15" dirty="0">
                <a:latin typeface="Calibri"/>
                <a:cs typeface="Calibri"/>
              </a:rPr>
              <a:t>ted fro</a:t>
            </a:r>
            <a:r>
              <a:rPr sz="2100" spc="-20" dirty="0">
                <a:latin typeface="Calibri"/>
                <a:cs typeface="Calibri"/>
              </a:rPr>
              <a:t>m</a:t>
            </a:r>
            <a:r>
              <a:rPr sz="2100" spc="-10" dirty="0">
                <a:latin typeface="Calibri"/>
                <a:cs typeface="Calibri"/>
              </a:rPr>
              <a:t> y</a:t>
            </a:r>
            <a:r>
              <a:rPr sz="2100" spc="-20" dirty="0">
                <a:latin typeface="Calibri"/>
                <a:cs typeface="Calibri"/>
              </a:rPr>
              <a:t>o</a:t>
            </a:r>
            <a:r>
              <a:rPr sz="2100" spc="-25" dirty="0">
                <a:latin typeface="Calibri"/>
                <a:cs typeface="Calibri"/>
              </a:rPr>
              <a:t>u</a:t>
            </a:r>
            <a:r>
              <a:rPr sz="2100" spc="-10" dirty="0">
                <a:latin typeface="Calibri"/>
                <a:cs typeface="Calibri"/>
              </a:rPr>
              <a:t>r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experim</a:t>
            </a:r>
            <a:r>
              <a:rPr sz="2100" spc="-10" dirty="0">
                <a:latin typeface="Calibri"/>
                <a:cs typeface="Calibri"/>
              </a:rPr>
              <a:t>e</a:t>
            </a:r>
            <a:r>
              <a:rPr sz="2100" spc="-25" dirty="0">
                <a:latin typeface="Calibri"/>
                <a:cs typeface="Calibri"/>
              </a:rPr>
              <a:t>nt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vali</a:t>
            </a:r>
            <a:r>
              <a:rPr sz="2100" spc="-25" dirty="0">
                <a:latin typeface="Calibri"/>
                <a:cs typeface="Calibri"/>
              </a:rPr>
              <a:t>d</a:t>
            </a:r>
            <a:r>
              <a:rPr sz="2100" spc="-15" dirty="0">
                <a:latin typeface="Calibri"/>
                <a:cs typeface="Calibri"/>
              </a:rPr>
              <a:t>a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5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th</a:t>
            </a:r>
            <a:r>
              <a:rPr sz="2100" spc="-15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h</a:t>
            </a:r>
            <a:r>
              <a:rPr sz="2100" spc="-10" dirty="0">
                <a:latin typeface="Calibri"/>
                <a:cs typeface="Calibri"/>
              </a:rPr>
              <a:t>y</a:t>
            </a:r>
            <a:r>
              <a:rPr sz="2100" spc="-25" dirty="0">
                <a:latin typeface="Calibri"/>
                <a:cs typeface="Calibri"/>
              </a:rPr>
              <a:t>p</a:t>
            </a:r>
            <a:r>
              <a:rPr sz="2100" spc="-15" dirty="0">
                <a:latin typeface="Calibri"/>
                <a:cs typeface="Calibri"/>
              </a:rPr>
              <a:t>ot</a:t>
            </a:r>
            <a:r>
              <a:rPr sz="2100" spc="-25" dirty="0">
                <a:latin typeface="Calibri"/>
                <a:cs typeface="Calibri"/>
              </a:rPr>
              <a:t>h</a:t>
            </a:r>
            <a:r>
              <a:rPr sz="2100" spc="-15" dirty="0">
                <a:latin typeface="Calibri"/>
                <a:cs typeface="Calibri"/>
              </a:rPr>
              <a:t>ese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y</a:t>
            </a:r>
            <a:r>
              <a:rPr sz="2100" spc="-20" dirty="0">
                <a:latin typeface="Calibri"/>
                <a:cs typeface="Calibri"/>
              </a:rPr>
              <a:t>o</a:t>
            </a:r>
            <a:r>
              <a:rPr sz="2100" spc="-15" dirty="0">
                <a:latin typeface="Calibri"/>
                <a:cs typeface="Calibri"/>
              </a:rPr>
              <a:t>u s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5" dirty="0">
                <a:latin typeface="Calibri"/>
                <a:cs typeface="Calibri"/>
              </a:rPr>
              <a:t>arted wi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20" dirty="0">
                <a:latin typeface="Calibri"/>
                <a:cs typeface="Calibri"/>
              </a:rPr>
              <a:t>h</a:t>
            </a:r>
            <a:r>
              <a:rPr sz="2100" spc="-10" dirty="0">
                <a:latin typeface="Calibri"/>
                <a:cs typeface="Calibri"/>
              </a:rPr>
              <a:t>,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a</a:t>
            </a:r>
            <a:r>
              <a:rPr sz="2100" spc="-25" dirty="0">
                <a:latin typeface="Calibri"/>
                <a:cs typeface="Calibri"/>
              </a:rPr>
              <a:t>n</a:t>
            </a:r>
            <a:r>
              <a:rPr sz="2100" spc="-20" dirty="0">
                <a:latin typeface="Calibri"/>
                <a:cs typeface="Calibri"/>
              </a:rPr>
              <a:t>sw</a:t>
            </a:r>
            <a:r>
              <a:rPr sz="2100" spc="-10" dirty="0">
                <a:latin typeface="Calibri"/>
                <a:cs typeface="Calibri"/>
              </a:rPr>
              <a:t>e</a:t>
            </a:r>
            <a:r>
              <a:rPr sz="2100" spc="-15" dirty="0">
                <a:latin typeface="Calibri"/>
                <a:cs typeface="Calibri"/>
              </a:rPr>
              <a:t>ri</a:t>
            </a:r>
            <a:r>
              <a:rPr sz="2100" spc="-25" dirty="0">
                <a:latin typeface="Calibri"/>
                <a:cs typeface="Calibri"/>
              </a:rPr>
              <a:t>n</a:t>
            </a:r>
            <a:r>
              <a:rPr sz="2100" spc="-10" dirty="0">
                <a:latin typeface="Calibri"/>
                <a:cs typeface="Calibri"/>
              </a:rPr>
              <a:t>g y</a:t>
            </a:r>
            <a:r>
              <a:rPr sz="2100" spc="-20" dirty="0">
                <a:latin typeface="Calibri"/>
                <a:cs typeface="Calibri"/>
              </a:rPr>
              <a:t>o</a:t>
            </a:r>
            <a:r>
              <a:rPr sz="2100" spc="-25" dirty="0">
                <a:latin typeface="Calibri"/>
                <a:cs typeface="Calibri"/>
              </a:rPr>
              <a:t>u</a:t>
            </a:r>
            <a:r>
              <a:rPr sz="2100" spc="-10" dirty="0">
                <a:latin typeface="Calibri"/>
                <a:cs typeface="Calibri"/>
              </a:rPr>
              <a:t>r o</a:t>
            </a:r>
            <a:r>
              <a:rPr sz="2100" spc="-15" dirty="0">
                <a:latin typeface="Calibri"/>
                <a:cs typeface="Calibri"/>
              </a:rPr>
              <a:t>ri</a:t>
            </a:r>
            <a:r>
              <a:rPr sz="2100" spc="-5" dirty="0">
                <a:latin typeface="Calibri"/>
                <a:cs typeface="Calibri"/>
              </a:rPr>
              <a:t>g</a:t>
            </a:r>
            <a:r>
              <a:rPr sz="2100" spc="-15" dirty="0">
                <a:latin typeface="Calibri"/>
                <a:cs typeface="Calibri"/>
              </a:rPr>
              <a:t>i</a:t>
            </a:r>
            <a:r>
              <a:rPr sz="2100" spc="-20" dirty="0">
                <a:latin typeface="Calibri"/>
                <a:cs typeface="Calibri"/>
              </a:rPr>
              <a:t>n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5" dirty="0">
                <a:latin typeface="Calibri"/>
                <a:cs typeface="Calibri"/>
              </a:rPr>
              <a:t>l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qu</a:t>
            </a:r>
            <a:r>
              <a:rPr sz="2100" spc="-10" dirty="0">
                <a:latin typeface="Calibri"/>
                <a:cs typeface="Calibri"/>
              </a:rPr>
              <a:t>e</a:t>
            </a:r>
            <a:r>
              <a:rPr sz="2100" spc="-15" dirty="0">
                <a:latin typeface="Calibri"/>
                <a:cs typeface="Calibri"/>
              </a:rPr>
              <a:t>s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5" dirty="0">
                <a:latin typeface="Calibri"/>
                <a:cs typeface="Calibri"/>
              </a:rPr>
              <a:t>ion</a:t>
            </a:r>
            <a:r>
              <a:rPr sz="2100" spc="-20" dirty="0">
                <a:latin typeface="Calibri"/>
                <a:cs typeface="Calibri"/>
              </a:rPr>
              <a:t>s</a:t>
            </a:r>
            <a:r>
              <a:rPr sz="2100" spc="-1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CA5A255-D5FB-422C-9BC1-DDF96BFA851D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0"/>
              <a:t>Re</a:t>
            </a:r>
            <a:r>
              <a:rPr spc="-10"/>
              <a:t>f</a:t>
            </a:r>
            <a:r>
              <a:rPr spc="-25"/>
              <a:t>erenc</a:t>
            </a:r>
            <a:r>
              <a:rPr spc="-15"/>
              <a:t>e</a:t>
            </a:r>
            <a:r>
              <a:t>s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895824"/>
            <a:ext cx="7425055" cy="3315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8440" indent="-205740">
              <a:lnSpc>
                <a:spcPct val="100000"/>
              </a:lnSpc>
              <a:buFont typeface="Trebuchet MS"/>
              <a:buChar char="•"/>
              <a:tabLst>
                <a:tab pos="234950" algn="l"/>
              </a:tabLst>
            </a:pPr>
            <a:r>
              <a:rPr sz="1900" spc="-15" dirty="0">
                <a:latin typeface="Calibri"/>
                <a:cs typeface="Calibri"/>
              </a:rPr>
              <a:t>W</a:t>
            </a:r>
            <a:r>
              <a:rPr sz="1900" spc="-10" dirty="0">
                <a:latin typeface="Calibri"/>
                <a:cs typeface="Calibri"/>
              </a:rPr>
              <a:t>he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all</a:t>
            </a:r>
            <a:r>
              <a:rPr sz="1900" spc="-10" dirty="0">
                <a:latin typeface="Calibri"/>
                <a:cs typeface="Calibri"/>
              </a:rPr>
              <a:t> 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efe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nc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cit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paper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f</a:t>
            </a:r>
            <a:r>
              <a:rPr sz="1900" spc="-10" dirty="0">
                <a:latin typeface="Calibri"/>
                <a:cs typeface="Calibri"/>
              </a:rPr>
              <a:t>ul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d.</a:t>
            </a:r>
            <a:endParaRPr sz="1900" dirty="0">
              <a:latin typeface="Calibri"/>
              <a:cs typeface="Calibri"/>
            </a:endParaRPr>
          </a:p>
          <a:p>
            <a:pPr marL="218440" marR="5080" indent="-205740">
              <a:lnSpc>
                <a:spcPct val="168900"/>
              </a:lnSpc>
              <a:buFont typeface="Trebuchet MS"/>
              <a:buChar char="•"/>
              <a:tabLst>
                <a:tab pos="234950" algn="l"/>
              </a:tabLst>
            </a:pPr>
            <a:r>
              <a:rPr sz="1900" spc="5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fte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 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m</a:t>
            </a:r>
            <a:r>
              <a:rPr sz="1900" spc="-15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t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30" dirty="0">
                <a:latin typeface="Calibri"/>
                <a:cs typeface="Calibri"/>
              </a:rPr>
              <a:t>m</a:t>
            </a:r>
            <a:r>
              <a:rPr sz="1900" spc="-10" dirty="0">
                <a:latin typeface="Calibri"/>
                <a:cs typeface="Calibri"/>
              </a:rPr>
              <a:t>p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ant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" dirty="0">
                <a:latin typeface="Calibri"/>
                <a:cs typeface="Calibri"/>
              </a:rPr>
              <a:t> us</a:t>
            </a:r>
            <a:r>
              <a:rPr sz="1900" spc="-10" dirty="0">
                <a:latin typeface="Calibri"/>
                <a:cs typeface="Calibri"/>
              </a:rPr>
              <a:t>ef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spc="-2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1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 o</a:t>
            </a:r>
            <a:r>
              <a:rPr sz="1900" dirty="0">
                <a:latin typeface="Calibri"/>
                <a:cs typeface="Calibri"/>
              </a:rPr>
              <a:t>f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cienti</a:t>
            </a:r>
            <a:r>
              <a:rPr sz="1900" spc="-5" dirty="0">
                <a:latin typeface="Calibri"/>
                <a:cs typeface="Calibri"/>
              </a:rPr>
              <a:t>f</a:t>
            </a:r>
            <a:r>
              <a:rPr sz="1900" spc="-10" dirty="0">
                <a:latin typeface="Calibri"/>
                <a:cs typeface="Calibri"/>
              </a:rPr>
              <a:t>ic</a:t>
            </a:r>
            <a:r>
              <a:rPr sz="1900" spc="-5" dirty="0">
                <a:latin typeface="Calibri"/>
                <a:cs typeface="Calibri"/>
              </a:rPr>
              <a:t> pap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.    </a:t>
            </a:r>
            <a:r>
              <a:rPr sz="1900" spc="-5" dirty="0">
                <a:latin typeface="Calibri"/>
                <a:cs typeface="Calibri"/>
              </a:rPr>
              <a:t>“</a:t>
            </a:r>
            <a:r>
              <a:rPr sz="1900" i="1" spc="-10" dirty="0">
                <a:latin typeface="Calibri"/>
                <a:cs typeface="Calibri"/>
              </a:rPr>
              <a:t>T</a:t>
            </a:r>
            <a:r>
              <a:rPr sz="1900" i="1" dirty="0">
                <a:latin typeface="Calibri"/>
                <a:cs typeface="Calibri"/>
              </a:rPr>
              <a:t>h</a:t>
            </a:r>
            <a:r>
              <a:rPr sz="1900" i="1" spc="-30" dirty="0">
                <a:latin typeface="Calibri"/>
                <a:cs typeface="Calibri"/>
              </a:rPr>
              <a:t>e</a:t>
            </a:r>
            <a:r>
              <a:rPr sz="1900" i="1" spc="-15" dirty="0">
                <a:latin typeface="Calibri"/>
                <a:cs typeface="Calibri"/>
              </a:rPr>
              <a:t>r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a</a:t>
            </a:r>
            <a:r>
              <a:rPr sz="1900" i="1" spc="-25" dirty="0">
                <a:latin typeface="Calibri"/>
                <a:cs typeface="Calibri"/>
              </a:rPr>
              <a:t>r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m</a:t>
            </a:r>
            <a:r>
              <a:rPr sz="1900" i="1" spc="-10" dirty="0">
                <a:latin typeface="Calibri"/>
                <a:cs typeface="Calibri"/>
              </a:rPr>
              <a:t>an</a:t>
            </a:r>
            <a:r>
              <a:rPr sz="1900" i="1" dirty="0">
                <a:latin typeface="Calibri"/>
                <a:cs typeface="Calibri"/>
              </a:rPr>
              <a:t>y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d</a:t>
            </a:r>
            <a:r>
              <a:rPr sz="1900" i="1" spc="-10" dirty="0">
                <a:latin typeface="Calibri"/>
                <a:cs typeface="Calibri"/>
              </a:rPr>
              <a:t>i</a:t>
            </a:r>
            <a:r>
              <a:rPr sz="1900" i="1" spc="-5" dirty="0">
                <a:latin typeface="Calibri"/>
                <a:cs typeface="Calibri"/>
              </a:rPr>
              <a:t>f</a:t>
            </a:r>
            <a:r>
              <a:rPr sz="1900" i="1" spc="-10" dirty="0">
                <a:latin typeface="Calibri"/>
                <a:cs typeface="Calibri"/>
              </a:rPr>
              <a:t>f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5" dirty="0">
                <a:latin typeface="Calibri"/>
                <a:cs typeface="Calibri"/>
              </a:rPr>
              <a:t>r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nt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f</a:t>
            </a:r>
            <a:r>
              <a:rPr sz="1900" i="1" dirty="0">
                <a:latin typeface="Calibri"/>
                <a:cs typeface="Calibri"/>
              </a:rPr>
              <a:t>o</a:t>
            </a:r>
            <a:r>
              <a:rPr sz="1900" i="1" spc="-20" dirty="0">
                <a:latin typeface="Calibri"/>
                <a:cs typeface="Calibri"/>
              </a:rPr>
              <a:t>rm</a:t>
            </a:r>
            <a:r>
              <a:rPr sz="1900" i="1" spc="-10" dirty="0">
                <a:latin typeface="Calibri"/>
                <a:cs typeface="Calibri"/>
              </a:rPr>
              <a:t>a</a:t>
            </a:r>
            <a:r>
              <a:rPr sz="1900" i="1" spc="-20" dirty="0">
                <a:latin typeface="Calibri"/>
                <a:cs typeface="Calibri"/>
              </a:rPr>
              <a:t>t</a:t>
            </a:r>
            <a:r>
              <a:rPr sz="1900" i="1" dirty="0">
                <a:latin typeface="Calibri"/>
                <a:cs typeface="Calibri"/>
              </a:rPr>
              <a:t>s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f</a:t>
            </a:r>
            <a:r>
              <a:rPr sz="1900" i="1" dirty="0">
                <a:latin typeface="Calibri"/>
                <a:cs typeface="Calibri"/>
              </a:rPr>
              <a:t>o</a:t>
            </a:r>
            <a:r>
              <a:rPr sz="1900" i="1" spc="-10" dirty="0">
                <a:latin typeface="Calibri"/>
                <a:cs typeface="Calibri"/>
              </a:rPr>
              <a:t>r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r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5" dirty="0">
                <a:latin typeface="Calibri"/>
                <a:cs typeface="Calibri"/>
              </a:rPr>
              <a:t>f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5" dirty="0">
                <a:latin typeface="Calibri"/>
                <a:cs typeface="Calibri"/>
              </a:rPr>
              <a:t>r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nce </a:t>
            </a:r>
            <a:r>
              <a:rPr sz="1900" i="1" spc="5" dirty="0">
                <a:latin typeface="Calibri"/>
                <a:cs typeface="Calibri"/>
              </a:rPr>
              <a:t>c</a:t>
            </a:r>
            <a:r>
              <a:rPr sz="1900" i="1" spc="-10" dirty="0">
                <a:latin typeface="Calibri"/>
                <a:cs typeface="Calibri"/>
              </a:rPr>
              <a:t>i</a:t>
            </a:r>
            <a:r>
              <a:rPr sz="1900" i="1" spc="-20" dirty="0">
                <a:latin typeface="Calibri"/>
                <a:cs typeface="Calibri"/>
              </a:rPr>
              <a:t>t</a:t>
            </a:r>
            <a:r>
              <a:rPr sz="1900" i="1" spc="-10" dirty="0">
                <a:latin typeface="Calibri"/>
                <a:cs typeface="Calibri"/>
              </a:rPr>
              <a:t>ati</a:t>
            </a:r>
            <a:r>
              <a:rPr sz="1900" i="1" dirty="0">
                <a:latin typeface="Calibri"/>
                <a:cs typeface="Calibri"/>
              </a:rPr>
              <a:t>o</a:t>
            </a:r>
            <a:r>
              <a:rPr sz="1900" i="1" spc="-10" dirty="0">
                <a:latin typeface="Calibri"/>
                <a:cs typeface="Calibri"/>
              </a:rPr>
              <a:t>ns</a:t>
            </a:r>
            <a:r>
              <a:rPr sz="1900" i="1" spc="-5" dirty="0">
                <a:latin typeface="Calibri"/>
                <a:cs typeface="Calibri"/>
              </a:rPr>
              <a:t>, </a:t>
            </a:r>
            <a:r>
              <a:rPr sz="1900" i="1" spc="-10" dirty="0">
                <a:latin typeface="Calibri"/>
                <a:cs typeface="Calibri"/>
              </a:rPr>
              <a:t>but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p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5" dirty="0">
                <a:latin typeface="Calibri"/>
                <a:cs typeface="Calibri"/>
              </a:rPr>
              <a:t>r</a:t>
            </a:r>
            <a:r>
              <a:rPr sz="1900" i="1" spc="-20" dirty="0">
                <a:latin typeface="Calibri"/>
                <a:cs typeface="Calibri"/>
              </a:rPr>
              <a:t>h</a:t>
            </a:r>
            <a:r>
              <a:rPr sz="1900" i="1" dirty="0">
                <a:latin typeface="Calibri"/>
                <a:cs typeface="Calibri"/>
              </a:rPr>
              <a:t>a</a:t>
            </a:r>
            <a:r>
              <a:rPr sz="1900" i="1" spc="-10" dirty="0">
                <a:latin typeface="Calibri"/>
                <a:cs typeface="Calibri"/>
              </a:rPr>
              <a:t>p</a:t>
            </a:r>
            <a:r>
              <a:rPr sz="1900" i="1" dirty="0">
                <a:latin typeface="Calibri"/>
                <a:cs typeface="Calibri"/>
              </a:rPr>
              <a:t>s</a:t>
            </a:r>
            <a:r>
              <a:rPr sz="1900" i="1" spc="-10" dirty="0">
                <a:latin typeface="Calibri"/>
                <a:cs typeface="Calibri"/>
              </a:rPr>
              <a:t> the</a:t>
            </a:r>
            <a:endParaRPr sz="1900" dirty="0">
              <a:latin typeface="Calibri"/>
              <a:cs typeface="Calibri"/>
            </a:endParaRPr>
          </a:p>
          <a:p>
            <a:pPr marL="1531620">
              <a:lnSpc>
                <a:spcPts val="2270"/>
              </a:lnSpc>
            </a:pPr>
            <a:r>
              <a:rPr sz="1900" i="1" spc="-10" dirty="0">
                <a:latin typeface="Calibri"/>
                <a:cs typeface="Calibri"/>
              </a:rPr>
              <a:t>s</a:t>
            </a:r>
            <a:r>
              <a:rPr sz="1900" i="1" dirty="0">
                <a:latin typeface="Calibri"/>
                <a:cs typeface="Calibri"/>
              </a:rPr>
              <a:t>i</a:t>
            </a:r>
            <a:r>
              <a:rPr sz="1900" i="1" spc="-5" dirty="0">
                <a:latin typeface="Calibri"/>
                <a:cs typeface="Calibri"/>
              </a:rPr>
              <a:t>m</a:t>
            </a:r>
            <a:r>
              <a:rPr sz="1900" i="1" spc="-10" dirty="0">
                <a:latin typeface="Calibri"/>
                <a:cs typeface="Calibri"/>
              </a:rPr>
              <a:t>pl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st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i</a:t>
            </a:r>
            <a:r>
              <a:rPr sz="1900" i="1" dirty="0">
                <a:latin typeface="Calibri"/>
                <a:cs typeface="Calibri"/>
              </a:rPr>
              <a:t>s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i="1" spc="-20" dirty="0">
                <a:latin typeface="Calibri"/>
                <a:cs typeface="Calibri"/>
              </a:rPr>
              <a:t>t</a:t>
            </a:r>
            <a:r>
              <a:rPr sz="1900" i="1" dirty="0">
                <a:latin typeface="Calibri"/>
                <a:cs typeface="Calibri"/>
              </a:rPr>
              <a:t>o</a:t>
            </a:r>
            <a:r>
              <a:rPr sz="1900" i="1" spc="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indi</a:t>
            </a:r>
            <a:r>
              <a:rPr sz="1900" i="1" spc="5" dirty="0">
                <a:latin typeface="Calibri"/>
                <a:cs typeface="Calibri"/>
              </a:rPr>
              <a:t>c</a:t>
            </a:r>
            <a:r>
              <a:rPr sz="1900" i="1" spc="-10" dirty="0">
                <a:latin typeface="Calibri"/>
                <a:cs typeface="Calibri"/>
              </a:rPr>
              <a:t>ate</a:t>
            </a:r>
            <a:r>
              <a:rPr sz="1900" i="1" spc="-2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the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auth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-15" dirty="0">
                <a:latin typeface="Calibri"/>
                <a:cs typeface="Calibri"/>
              </a:rPr>
              <a:t>r’</a:t>
            </a:r>
            <a:r>
              <a:rPr sz="1900" i="1" dirty="0">
                <a:latin typeface="Calibri"/>
                <a:cs typeface="Calibri"/>
              </a:rPr>
              <a:t>s</a:t>
            </a:r>
            <a:r>
              <a:rPr sz="1900" i="1" spc="-10" dirty="0">
                <a:latin typeface="Calibri"/>
                <a:cs typeface="Calibri"/>
              </a:rPr>
              <a:t> last</a:t>
            </a:r>
            <a:r>
              <a:rPr sz="1900" i="1" dirty="0">
                <a:latin typeface="Calibri"/>
                <a:cs typeface="Calibri"/>
              </a:rPr>
              <a:t> n</a:t>
            </a:r>
            <a:r>
              <a:rPr sz="1900" i="1" spc="-10" dirty="0">
                <a:latin typeface="Calibri"/>
                <a:cs typeface="Calibri"/>
              </a:rPr>
              <a:t>a</a:t>
            </a:r>
            <a:r>
              <a:rPr sz="1900" i="1" spc="-5" dirty="0">
                <a:latin typeface="Calibri"/>
                <a:cs typeface="Calibri"/>
              </a:rPr>
              <a:t>m</a:t>
            </a:r>
            <a:r>
              <a:rPr sz="1900" i="1" spc="-10" dirty="0">
                <a:latin typeface="Calibri"/>
                <a:cs typeface="Calibri"/>
              </a:rPr>
              <a:t>e an</a:t>
            </a:r>
            <a:r>
              <a:rPr sz="1900" i="1" dirty="0">
                <a:latin typeface="Calibri"/>
                <a:cs typeface="Calibri"/>
              </a:rPr>
              <a:t>d </a:t>
            </a:r>
            <a:r>
              <a:rPr sz="1900" i="1" spc="-10" dirty="0">
                <a:latin typeface="Calibri"/>
                <a:cs typeface="Calibri"/>
              </a:rPr>
              <a:t>t</a:t>
            </a:r>
            <a:r>
              <a:rPr sz="1900" i="1" spc="-20" dirty="0">
                <a:latin typeface="Calibri"/>
                <a:cs typeface="Calibri"/>
              </a:rPr>
              <a:t>h</a:t>
            </a:r>
            <a:r>
              <a:rPr sz="1900" i="1" spc="-10" dirty="0">
                <a:latin typeface="Calibri"/>
                <a:cs typeface="Calibri"/>
              </a:rPr>
              <a:t>e</a:t>
            </a:r>
            <a:r>
              <a:rPr sz="1900" i="1" dirty="0">
                <a:latin typeface="Calibri"/>
                <a:cs typeface="Calibri"/>
              </a:rPr>
              <a:t> </a:t>
            </a:r>
            <a:r>
              <a:rPr sz="1900" i="1" spc="-15" dirty="0">
                <a:latin typeface="Calibri"/>
                <a:cs typeface="Calibri"/>
              </a:rPr>
              <a:t>y</a:t>
            </a:r>
            <a:r>
              <a:rPr sz="1900" i="1" spc="-20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ar</a:t>
            </a:r>
            <a:r>
              <a:rPr sz="1900" i="1" spc="-5" dirty="0">
                <a:latin typeface="Calibri"/>
                <a:cs typeface="Calibri"/>
              </a:rPr>
              <a:t> o</a:t>
            </a:r>
            <a:r>
              <a:rPr sz="1900" i="1" dirty="0">
                <a:latin typeface="Calibri"/>
                <a:cs typeface="Calibri"/>
              </a:rPr>
              <a:t>f</a:t>
            </a:r>
            <a:endParaRPr sz="1900" dirty="0">
              <a:latin typeface="Calibri"/>
              <a:cs typeface="Calibri"/>
            </a:endParaRPr>
          </a:p>
          <a:p>
            <a:pPr marL="4687570">
              <a:lnSpc>
                <a:spcPct val="100000"/>
              </a:lnSpc>
            </a:pPr>
            <a:r>
              <a:rPr sz="1900" i="1" dirty="0">
                <a:latin typeface="Calibri"/>
                <a:cs typeface="Calibri"/>
              </a:rPr>
              <a:t>p</a:t>
            </a:r>
            <a:r>
              <a:rPr sz="1900" i="1" spc="-10" dirty="0">
                <a:latin typeface="Calibri"/>
                <a:cs typeface="Calibri"/>
              </a:rPr>
              <a:t>ubli</a:t>
            </a:r>
            <a:r>
              <a:rPr sz="1900" i="1" spc="5" dirty="0">
                <a:latin typeface="Calibri"/>
                <a:cs typeface="Calibri"/>
              </a:rPr>
              <a:t>c</a:t>
            </a:r>
            <a:r>
              <a:rPr sz="1900" i="1" spc="-10" dirty="0">
                <a:latin typeface="Calibri"/>
                <a:cs typeface="Calibri"/>
              </a:rPr>
              <a:t>a</a:t>
            </a:r>
            <a:r>
              <a:rPr sz="1900" i="1" spc="-20" dirty="0">
                <a:latin typeface="Calibri"/>
                <a:cs typeface="Calibri"/>
              </a:rPr>
              <a:t>t</a:t>
            </a:r>
            <a:r>
              <a:rPr sz="1900" i="1" dirty="0">
                <a:latin typeface="Calibri"/>
                <a:cs typeface="Calibri"/>
              </a:rPr>
              <a:t>i</a:t>
            </a:r>
            <a:r>
              <a:rPr sz="1900" i="1" spc="-5" dirty="0">
                <a:latin typeface="Calibri"/>
                <a:cs typeface="Calibri"/>
              </a:rPr>
              <a:t>o</a:t>
            </a:r>
            <a:r>
              <a:rPr sz="1900" i="1" spc="-10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.</a:t>
            </a:r>
            <a:r>
              <a:rPr sz="1900" dirty="0">
                <a:latin typeface="Calibri"/>
                <a:cs typeface="Calibri"/>
              </a:rPr>
              <a:t>”</a:t>
            </a:r>
            <a:r>
              <a:rPr sz="1900" spc="-5" dirty="0">
                <a:latin typeface="Calibri"/>
                <a:cs typeface="Calibri"/>
              </a:rPr>
              <a:t> H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n </a:t>
            </a: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spc="-15" dirty="0">
                <a:latin typeface="Calibri"/>
                <a:cs typeface="Calibri"/>
              </a:rPr>
              <a:t>1991</a:t>
            </a:r>
            <a:r>
              <a:rPr sz="1900" dirty="0">
                <a:latin typeface="Calibri"/>
                <a:cs typeface="Calibri"/>
              </a:rPr>
              <a:t>)</a:t>
            </a:r>
          </a:p>
          <a:p>
            <a:pPr marL="458470" lvl="1" indent="-223520">
              <a:lnSpc>
                <a:spcPct val="100000"/>
              </a:lnSpc>
              <a:spcBef>
                <a:spcPts val="1570"/>
              </a:spcBef>
              <a:buFont typeface="Trebuchet MS"/>
              <a:buChar char="•"/>
              <a:tabLst>
                <a:tab pos="458470" algn="l"/>
              </a:tabLst>
            </a:pPr>
            <a:r>
              <a:rPr sz="1900" spc="-5" dirty="0">
                <a:latin typeface="Calibri"/>
                <a:cs typeface="Calibri"/>
              </a:rPr>
              <a:t>P</a:t>
            </a:r>
            <a:r>
              <a:rPr sz="1900" spc="-15" dirty="0">
                <a:latin typeface="Calibri"/>
                <a:cs typeface="Calibri"/>
              </a:rPr>
              <a:t>ref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enc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: C</a:t>
            </a:r>
            <a:r>
              <a:rPr sz="1900" spc="-15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unc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f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-20" dirty="0">
                <a:latin typeface="Calibri"/>
                <a:cs typeface="Calibri"/>
              </a:rPr>
              <a:t>g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3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d</a:t>
            </a:r>
            <a:r>
              <a:rPr sz="1900" spc="-10" dirty="0">
                <a:latin typeface="Calibri"/>
                <a:cs typeface="Calibri"/>
              </a:rPr>
              <a:t>it</a:t>
            </a:r>
            <a:r>
              <a:rPr sz="1900" spc="-15" dirty="0">
                <a:latin typeface="Calibri"/>
                <a:cs typeface="Calibri"/>
              </a:rPr>
              <a:t>or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-20" dirty="0">
                <a:latin typeface="Calibri"/>
                <a:cs typeface="Calibri"/>
              </a:rPr>
              <a:t>B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) 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cientif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y</a:t>
            </a:r>
            <a:r>
              <a:rPr sz="1900" spc="-10" dirty="0">
                <a:latin typeface="Calibri"/>
                <a:cs typeface="Calibri"/>
              </a:rPr>
              <a:t>le,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1994</a:t>
            </a:r>
            <a:r>
              <a:rPr sz="1900" dirty="0"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</a:pP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458470" indent="-223520">
              <a:lnSpc>
                <a:spcPct val="100000"/>
              </a:lnSpc>
              <a:buClr>
                <a:srgbClr val="991818"/>
              </a:buClr>
              <a:buFont typeface="Arial"/>
              <a:buChar char="➢"/>
              <a:tabLst>
                <a:tab pos="458470" algn="l"/>
              </a:tabLst>
            </a:pPr>
            <a:r>
              <a:rPr sz="1900" spc="-20" dirty="0">
                <a:latin typeface="Calibri"/>
                <a:cs typeface="Calibri"/>
              </a:rPr>
              <a:t>De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ai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d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cu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5" dirty="0">
                <a:latin typeface="Calibri"/>
                <a:cs typeface="Calibri"/>
              </a:rPr>
              <a:t>ro</a:t>
            </a:r>
            <a:r>
              <a:rPr sz="1900" spc="-5" dirty="0">
                <a:latin typeface="Calibri"/>
                <a:cs typeface="Calibri"/>
              </a:rPr>
              <a:t>o</a:t>
            </a:r>
            <a:r>
              <a:rPr sz="1900" spc="-20" dirty="0">
                <a:latin typeface="Calibri"/>
                <a:cs typeface="Calibri"/>
              </a:rPr>
              <a:t>m</a:t>
            </a:r>
            <a:r>
              <a:rPr sz="1900" spc="-10" dirty="0">
                <a:latin typeface="Calibri"/>
                <a:cs typeface="Calibri"/>
              </a:rPr>
              <a:t> e</a:t>
            </a:r>
            <a:r>
              <a:rPr sz="1900" spc="-5" dirty="0">
                <a:latin typeface="Calibri"/>
                <a:cs typeface="Calibri"/>
              </a:rPr>
              <a:t>x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-15" dirty="0">
                <a:latin typeface="Calibri"/>
                <a:cs typeface="Calibri"/>
              </a:rPr>
              <a:t>rc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A2C2080-7334-4BE1-BA30-85639C239A66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0"/>
              <a:t>Re</a:t>
            </a:r>
            <a:r>
              <a:rPr spc="-10"/>
              <a:t>f</a:t>
            </a:r>
            <a:r>
              <a:rPr spc="-25"/>
              <a:t>erenc</a:t>
            </a:r>
            <a:r>
              <a:rPr spc="-15"/>
              <a:t>e</a:t>
            </a:r>
            <a:r>
              <a:t>s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34210"/>
            <a:ext cx="7411720" cy="416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670" marR="293370" indent="-267970">
              <a:lnSpc>
                <a:spcPct val="101099"/>
              </a:lnSpc>
              <a:tabLst>
                <a:tab pos="3924300" algn="l"/>
              </a:tabLst>
            </a:pPr>
            <a:r>
              <a:rPr sz="2250" spc="5" dirty="0">
                <a:latin typeface="Calibri"/>
                <a:cs typeface="Calibri"/>
              </a:rPr>
              <a:t>Council of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spc="-5" dirty="0">
                <a:latin typeface="Calibri"/>
                <a:cs typeface="Calibri"/>
              </a:rPr>
              <a:t>B</a:t>
            </a:r>
            <a:r>
              <a:rPr sz="2250" spc="5" dirty="0">
                <a:latin typeface="Calibri"/>
                <a:cs typeface="Calibri"/>
              </a:rPr>
              <a:t>iolog</a:t>
            </a:r>
            <a:r>
              <a:rPr sz="2250" spc="10" dirty="0">
                <a:latin typeface="Calibri"/>
                <a:cs typeface="Calibri"/>
              </a:rPr>
              <a:t>y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E</a:t>
            </a:r>
            <a:r>
              <a:rPr sz="2250" spc="5" dirty="0">
                <a:latin typeface="Calibri"/>
                <a:cs typeface="Calibri"/>
              </a:rPr>
              <a:t>dito</a:t>
            </a:r>
            <a:r>
              <a:rPr sz="2250" spc="-5" dirty="0">
                <a:latin typeface="Calibri"/>
                <a:cs typeface="Calibri"/>
              </a:rPr>
              <a:t>r</a:t>
            </a:r>
            <a:r>
              <a:rPr sz="2250" dirty="0">
                <a:latin typeface="Calibri"/>
                <a:cs typeface="Calibri"/>
              </a:rPr>
              <a:t>s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19</a:t>
            </a:r>
            <a:r>
              <a:rPr sz="2250" spc="10" dirty="0">
                <a:latin typeface="Calibri"/>
                <a:cs typeface="Calibri"/>
              </a:rPr>
              <a:t>9</a:t>
            </a:r>
            <a:r>
              <a:rPr sz="2250" dirty="0">
                <a:latin typeface="Calibri"/>
                <a:cs typeface="Calibri"/>
              </a:rPr>
              <a:t>4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i="1" spc="15" dirty="0">
                <a:latin typeface="Calibri"/>
                <a:cs typeface="Calibri"/>
              </a:rPr>
              <a:t>S</a:t>
            </a:r>
            <a:r>
              <a:rPr sz="2250" i="1" spc="5" dirty="0">
                <a:latin typeface="Calibri"/>
                <a:cs typeface="Calibri"/>
              </a:rPr>
              <a:t>c</a:t>
            </a:r>
            <a:r>
              <a:rPr sz="2250" i="1" dirty="0">
                <a:latin typeface="Calibri"/>
                <a:cs typeface="Calibri"/>
              </a:rPr>
              <a:t>ie</a:t>
            </a:r>
            <a:r>
              <a:rPr sz="2250" i="1" spc="15" dirty="0">
                <a:latin typeface="Calibri"/>
                <a:cs typeface="Calibri"/>
              </a:rPr>
              <a:t>n</a:t>
            </a:r>
            <a:r>
              <a:rPr sz="2250" i="1" spc="5" dirty="0">
                <a:latin typeface="Calibri"/>
                <a:cs typeface="Calibri"/>
              </a:rPr>
              <a:t>ti</a:t>
            </a:r>
            <a:r>
              <a:rPr sz="2250" i="1" dirty="0">
                <a:latin typeface="Calibri"/>
                <a:cs typeface="Calibri"/>
              </a:rPr>
              <a:t>f</a:t>
            </a:r>
            <a:r>
              <a:rPr sz="2250" i="1" spc="5" dirty="0">
                <a:latin typeface="Calibri"/>
                <a:cs typeface="Calibri"/>
              </a:rPr>
              <a:t>ic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Style </a:t>
            </a:r>
            <a:r>
              <a:rPr sz="2250" i="1" spc="15" dirty="0">
                <a:latin typeface="Calibri"/>
                <a:cs typeface="Calibri"/>
              </a:rPr>
              <a:t>a</a:t>
            </a:r>
            <a:r>
              <a:rPr sz="2250" i="1" spc="5" dirty="0">
                <a:latin typeface="Calibri"/>
                <a:cs typeface="Calibri"/>
              </a:rPr>
              <a:t>n</a:t>
            </a:r>
            <a:r>
              <a:rPr sz="2250" i="1" spc="10" dirty="0">
                <a:latin typeface="Calibri"/>
                <a:cs typeface="Calibri"/>
              </a:rPr>
              <a:t>d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spc="10" dirty="0">
                <a:latin typeface="Calibri"/>
                <a:cs typeface="Calibri"/>
              </a:rPr>
              <a:t>F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-10" dirty="0">
                <a:latin typeface="Calibri"/>
                <a:cs typeface="Calibri"/>
              </a:rPr>
              <a:t>r</a:t>
            </a:r>
            <a:r>
              <a:rPr sz="2250" i="1" spc="10" dirty="0">
                <a:latin typeface="Calibri"/>
                <a:cs typeface="Calibri"/>
              </a:rPr>
              <a:t>m</a:t>
            </a:r>
            <a:r>
              <a:rPr sz="2250" i="1" spc="15" dirty="0">
                <a:latin typeface="Calibri"/>
                <a:cs typeface="Calibri"/>
              </a:rPr>
              <a:t>a</a:t>
            </a:r>
            <a:r>
              <a:rPr sz="2250" i="1" spc="5" dirty="0">
                <a:latin typeface="Calibri"/>
                <a:cs typeface="Calibri"/>
              </a:rPr>
              <a:t>t: </a:t>
            </a:r>
            <a:r>
              <a:rPr sz="2250" i="1" spc="15" dirty="0">
                <a:latin typeface="Calibri"/>
                <a:cs typeface="Calibri"/>
              </a:rPr>
              <a:t>T</a:t>
            </a:r>
            <a:r>
              <a:rPr sz="2250" i="1" spc="5" dirty="0">
                <a:latin typeface="Calibri"/>
                <a:cs typeface="Calibri"/>
              </a:rPr>
              <a:t>h</a:t>
            </a:r>
            <a:r>
              <a:rPr sz="2250" i="1" spc="10" dirty="0">
                <a:latin typeface="Calibri"/>
                <a:cs typeface="Calibri"/>
              </a:rPr>
              <a:t>e</a:t>
            </a:r>
            <a:r>
              <a:rPr sz="2250" i="1" spc="5" dirty="0">
                <a:latin typeface="Calibri"/>
                <a:cs typeface="Calibri"/>
              </a:rPr>
              <a:t> C</a:t>
            </a:r>
            <a:r>
              <a:rPr sz="2250" i="1" spc="-5" dirty="0">
                <a:latin typeface="Calibri"/>
                <a:cs typeface="Calibri"/>
              </a:rPr>
              <a:t>B</a:t>
            </a:r>
            <a:r>
              <a:rPr sz="2250" i="1" spc="10" dirty="0">
                <a:latin typeface="Calibri"/>
                <a:cs typeface="Calibri"/>
              </a:rPr>
              <a:t>E </a:t>
            </a:r>
            <a:r>
              <a:rPr sz="2250" i="1" spc="5" dirty="0">
                <a:latin typeface="Calibri"/>
                <a:cs typeface="Calibri"/>
              </a:rPr>
              <a:t>Ma</a:t>
            </a:r>
            <a:r>
              <a:rPr sz="2250" i="1" spc="15" dirty="0">
                <a:latin typeface="Calibri"/>
                <a:cs typeface="Calibri"/>
              </a:rPr>
              <a:t>nu</a:t>
            </a:r>
            <a:r>
              <a:rPr sz="2250" i="1" spc="5" dirty="0">
                <a:latin typeface="Calibri"/>
                <a:cs typeface="Calibri"/>
              </a:rPr>
              <a:t>al</a:t>
            </a:r>
            <a:r>
              <a:rPr sz="2250" i="1" spc="10" dirty="0">
                <a:latin typeface="Calibri"/>
                <a:cs typeface="Calibri"/>
              </a:rPr>
              <a:t> </a:t>
            </a:r>
            <a:r>
              <a:rPr sz="2250" i="1" dirty="0">
                <a:latin typeface="Calibri"/>
                <a:cs typeface="Calibri"/>
              </a:rPr>
              <a:t>f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5" dirty="0">
                <a:latin typeface="Calibri"/>
                <a:cs typeface="Calibri"/>
              </a:rPr>
              <a:t>r Auth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dirty="0">
                <a:latin typeface="Calibri"/>
                <a:cs typeface="Calibri"/>
              </a:rPr>
              <a:t>rs</a:t>
            </a:r>
            <a:r>
              <a:rPr sz="2250" i="1" spc="5" dirty="0">
                <a:latin typeface="Calibri"/>
                <a:cs typeface="Calibri"/>
              </a:rPr>
              <a:t>,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-25" dirty="0">
                <a:latin typeface="Calibri"/>
                <a:cs typeface="Calibri"/>
              </a:rPr>
              <a:t>E</a:t>
            </a:r>
            <a:r>
              <a:rPr sz="2250" i="1" spc="5" dirty="0">
                <a:latin typeface="Calibri"/>
                <a:cs typeface="Calibri"/>
              </a:rPr>
              <a:t>dit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dirty="0">
                <a:latin typeface="Calibri"/>
                <a:cs typeface="Calibri"/>
              </a:rPr>
              <a:t>rs</a:t>
            </a:r>
            <a:r>
              <a:rPr sz="2250" i="1" spc="5" dirty="0">
                <a:latin typeface="Calibri"/>
                <a:cs typeface="Calibri"/>
              </a:rPr>
              <a:t>,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a</a:t>
            </a:r>
            <a:r>
              <a:rPr sz="2250" i="1" spc="15" dirty="0">
                <a:latin typeface="Calibri"/>
                <a:cs typeface="Calibri"/>
              </a:rPr>
              <a:t>n</a:t>
            </a:r>
            <a:r>
              <a:rPr sz="2250" i="1" spc="10" dirty="0">
                <a:latin typeface="Calibri"/>
                <a:cs typeface="Calibri"/>
              </a:rPr>
              <a:t>d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dirty="0">
                <a:latin typeface="Calibri"/>
                <a:cs typeface="Calibri"/>
              </a:rPr>
              <a:t>P</a:t>
            </a:r>
            <a:r>
              <a:rPr sz="2250" i="1" spc="15" dirty="0">
                <a:latin typeface="Calibri"/>
                <a:cs typeface="Calibri"/>
              </a:rPr>
              <a:t>ub</a:t>
            </a:r>
            <a:r>
              <a:rPr sz="2250" i="1" dirty="0">
                <a:latin typeface="Calibri"/>
                <a:cs typeface="Calibri"/>
              </a:rPr>
              <a:t>l</a:t>
            </a:r>
            <a:r>
              <a:rPr sz="2250" i="1" spc="5" dirty="0">
                <a:latin typeface="Calibri"/>
                <a:cs typeface="Calibri"/>
              </a:rPr>
              <a:t>i</a:t>
            </a:r>
            <a:r>
              <a:rPr sz="2250" i="1" dirty="0">
                <a:latin typeface="Calibri"/>
                <a:cs typeface="Calibri"/>
              </a:rPr>
              <a:t>s</a:t>
            </a:r>
            <a:r>
              <a:rPr sz="2250" i="1" spc="15" dirty="0">
                <a:latin typeface="Calibri"/>
                <a:cs typeface="Calibri"/>
              </a:rPr>
              <a:t>h</a:t>
            </a:r>
            <a:r>
              <a:rPr sz="2250" i="1" dirty="0">
                <a:latin typeface="Calibri"/>
                <a:cs typeface="Calibri"/>
              </a:rPr>
              <a:t>ers</a:t>
            </a:r>
            <a:r>
              <a:rPr sz="2250" i="1" spc="5" dirty="0">
                <a:latin typeface="Calibri"/>
                <a:cs typeface="Calibri"/>
              </a:rPr>
              <a:t>.</a:t>
            </a:r>
            <a:r>
              <a:rPr sz="2250" i="1" spc="7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6</a:t>
            </a:r>
            <a:r>
              <a:rPr sz="2250" spc="5" dirty="0">
                <a:latin typeface="Calibri"/>
                <a:cs typeface="Calibri"/>
              </a:rPr>
              <a:t>th edit</a:t>
            </a:r>
            <a:r>
              <a:rPr sz="2250" dirty="0">
                <a:latin typeface="Calibri"/>
                <a:cs typeface="Calibri"/>
              </a:rPr>
              <a:t>ion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C</a:t>
            </a:r>
            <a:r>
              <a:rPr sz="2250" spc="10" dirty="0">
                <a:latin typeface="Calibri"/>
                <a:cs typeface="Calibri"/>
              </a:rPr>
              <a:t>a</a:t>
            </a:r>
            <a:r>
              <a:rPr sz="2250" spc="5" dirty="0">
                <a:latin typeface="Calibri"/>
                <a:cs typeface="Calibri"/>
              </a:rPr>
              <a:t>mbridg</a:t>
            </a:r>
            <a:r>
              <a:rPr sz="2250" spc="10" dirty="0">
                <a:latin typeface="Calibri"/>
                <a:cs typeface="Calibri"/>
              </a:rPr>
              <a:t>e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15" dirty="0">
                <a:latin typeface="Calibri"/>
                <a:cs typeface="Calibri"/>
              </a:rPr>
              <a:t>U</a:t>
            </a:r>
            <a:r>
              <a:rPr sz="2250" spc="5" dirty="0">
                <a:latin typeface="Calibri"/>
                <a:cs typeface="Calibri"/>
              </a:rPr>
              <a:t>niv</a:t>
            </a:r>
            <a:r>
              <a:rPr sz="2250" spc="10" dirty="0">
                <a:latin typeface="Calibri"/>
                <a:cs typeface="Calibri"/>
              </a:rPr>
              <a:t>e</a:t>
            </a:r>
            <a:r>
              <a:rPr sz="2250" spc="-5" dirty="0">
                <a:latin typeface="Calibri"/>
                <a:cs typeface="Calibri"/>
              </a:rPr>
              <a:t>r</a:t>
            </a:r>
            <a:r>
              <a:rPr sz="2250" dirty="0">
                <a:latin typeface="Calibri"/>
                <a:cs typeface="Calibri"/>
              </a:rPr>
              <a:t>s</a:t>
            </a:r>
            <a:r>
              <a:rPr sz="2250" spc="5" dirty="0">
                <a:latin typeface="Calibri"/>
                <a:cs typeface="Calibri"/>
              </a:rPr>
              <a:t>i</a:t>
            </a:r>
            <a:r>
              <a:rPr sz="2250" dirty="0">
                <a:latin typeface="Calibri"/>
                <a:cs typeface="Calibri"/>
              </a:rPr>
              <a:t>t</a:t>
            </a:r>
            <a:r>
              <a:rPr sz="2250" spc="10" dirty="0">
                <a:latin typeface="Calibri"/>
                <a:cs typeface="Calibri"/>
              </a:rPr>
              <a:t>y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P</a:t>
            </a:r>
            <a:r>
              <a:rPr sz="2250" spc="-5" dirty="0">
                <a:latin typeface="Calibri"/>
                <a:cs typeface="Calibri"/>
              </a:rPr>
              <a:t>r</a:t>
            </a:r>
            <a:r>
              <a:rPr sz="2250" spc="10" dirty="0">
                <a:latin typeface="Calibri"/>
                <a:cs typeface="Calibri"/>
              </a:rPr>
              <a:t>e</a:t>
            </a:r>
            <a:r>
              <a:rPr sz="2250" dirty="0">
                <a:latin typeface="Calibri"/>
                <a:cs typeface="Calibri"/>
              </a:rPr>
              <a:t>ss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N</a:t>
            </a:r>
            <a:r>
              <a:rPr sz="2250" spc="10" dirty="0">
                <a:latin typeface="Calibri"/>
                <a:cs typeface="Calibri"/>
              </a:rPr>
              <a:t>ew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15" dirty="0">
                <a:latin typeface="Calibri"/>
                <a:cs typeface="Calibri"/>
              </a:rPr>
              <a:t>Y</a:t>
            </a:r>
            <a:r>
              <a:rPr sz="2250" spc="5" dirty="0">
                <a:latin typeface="Calibri"/>
                <a:cs typeface="Calibri"/>
              </a:rPr>
              <a:t>o</a:t>
            </a:r>
            <a:r>
              <a:rPr sz="2250" spc="-5" dirty="0">
                <a:latin typeface="Calibri"/>
                <a:cs typeface="Calibri"/>
              </a:rPr>
              <a:t>rk</a:t>
            </a:r>
            <a:r>
              <a:rPr sz="2250" spc="5" dirty="0">
                <a:latin typeface="Calibri"/>
                <a:cs typeface="Calibri"/>
              </a:rPr>
              <a:t>.</a:t>
            </a:r>
            <a:r>
              <a:rPr sz="2250" dirty="0">
                <a:latin typeface="Calibri"/>
                <a:cs typeface="Calibri"/>
              </a:rPr>
              <a:t> 8</a:t>
            </a:r>
            <a:r>
              <a:rPr sz="2250" spc="10" dirty="0">
                <a:latin typeface="Calibri"/>
                <a:cs typeface="Calibri"/>
              </a:rPr>
              <a:t>2</a:t>
            </a:r>
            <a:r>
              <a:rPr sz="2250" dirty="0">
                <a:latin typeface="Calibri"/>
                <a:cs typeface="Calibri"/>
              </a:rPr>
              <a:t>5p.</a:t>
            </a: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sz="2250" spc="5" dirty="0">
                <a:latin typeface="Calibri"/>
                <a:cs typeface="Calibri"/>
              </a:rPr>
              <a:t>D</a:t>
            </a:r>
            <a:r>
              <a:rPr sz="2250" spc="10" dirty="0">
                <a:latin typeface="Calibri"/>
                <a:cs typeface="Calibri"/>
              </a:rPr>
              <a:t>a</a:t>
            </a:r>
            <a:r>
              <a:rPr sz="2250" spc="5" dirty="0">
                <a:latin typeface="Calibri"/>
                <a:cs typeface="Calibri"/>
              </a:rPr>
              <a:t>y,</a:t>
            </a:r>
            <a:r>
              <a:rPr sz="2250" dirty="0">
                <a:latin typeface="Calibri"/>
                <a:cs typeface="Calibri"/>
              </a:rPr>
              <a:t> R</a:t>
            </a:r>
            <a:r>
              <a:rPr sz="2250" spc="5" dirty="0">
                <a:latin typeface="Calibri"/>
                <a:cs typeface="Calibri"/>
              </a:rPr>
              <a:t>.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spc="15" dirty="0">
                <a:latin typeface="Calibri"/>
                <a:cs typeface="Calibri"/>
              </a:rPr>
              <a:t>A</a:t>
            </a:r>
            <a:r>
              <a:rPr sz="2250" spc="-5" dirty="0">
                <a:latin typeface="Calibri"/>
                <a:cs typeface="Calibri"/>
              </a:rPr>
              <a:t>.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1</a:t>
            </a:r>
            <a:r>
              <a:rPr sz="2250" spc="10" dirty="0">
                <a:latin typeface="Calibri"/>
                <a:cs typeface="Calibri"/>
              </a:rPr>
              <a:t>9</a:t>
            </a:r>
            <a:r>
              <a:rPr sz="2250" dirty="0">
                <a:latin typeface="Calibri"/>
                <a:cs typeface="Calibri"/>
              </a:rPr>
              <a:t>79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Ho</a:t>
            </a:r>
            <a:r>
              <a:rPr sz="2250" i="1" spc="15" dirty="0">
                <a:latin typeface="Calibri"/>
                <a:cs typeface="Calibri"/>
              </a:rPr>
              <a:t>w</a:t>
            </a:r>
            <a:r>
              <a:rPr sz="2250" i="1" spc="5" dirty="0">
                <a:latin typeface="Calibri"/>
                <a:cs typeface="Calibri"/>
              </a:rPr>
              <a:t> to</a:t>
            </a:r>
            <a:r>
              <a:rPr sz="2250" i="1" spc="10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Write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15" dirty="0">
                <a:latin typeface="Calibri"/>
                <a:cs typeface="Calibri"/>
              </a:rPr>
              <a:t>an</a:t>
            </a:r>
            <a:r>
              <a:rPr sz="2250" i="1" spc="10" dirty="0">
                <a:latin typeface="Calibri"/>
                <a:cs typeface="Calibri"/>
              </a:rPr>
              <a:t>d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spc="10" dirty="0">
                <a:latin typeface="Calibri"/>
                <a:cs typeface="Calibri"/>
              </a:rPr>
              <a:t>P</a:t>
            </a:r>
            <a:r>
              <a:rPr sz="2250" i="1" spc="5" dirty="0">
                <a:latin typeface="Calibri"/>
                <a:cs typeface="Calibri"/>
              </a:rPr>
              <a:t>u</a:t>
            </a:r>
            <a:r>
              <a:rPr sz="2250" i="1" spc="15" dirty="0">
                <a:latin typeface="Calibri"/>
                <a:cs typeface="Calibri"/>
              </a:rPr>
              <a:t>b</a:t>
            </a:r>
            <a:r>
              <a:rPr sz="2250" i="1" spc="5" dirty="0">
                <a:latin typeface="Calibri"/>
                <a:cs typeface="Calibri"/>
              </a:rPr>
              <a:t>l</a:t>
            </a:r>
            <a:r>
              <a:rPr sz="2250" i="1" dirty="0">
                <a:latin typeface="Calibri"/>
                <a:cs typeface="Calibri"/>
              </a:rPr>
              <a:t>is</a:t>
            </a:r>
            <a:r>
              <a:rPr sz="2250" i="1" spc="10" dirty="0">
                <a:latin typeface="Calibri"/>
                <a:cs typeface="Calibri"/>
              </a:rPr>
              <a:t>h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spc="10" dirty="0">
                <a:latin typeface="Calibri"/>
                <a:cs typeface="Calibri"/>
              </a:rPr>
              <a:t>a</a:t>
            </a:r>
            <a:r>
              <a:rPr sz="2250" i="1" spc="15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S</a:t>
            </a:r>
            <a:r>
              <a:rPr sz="2250" i="1" spc="-5" dirty="0">
                <a:latin typeface="Calibri"/>
                <a:cs typeface="Calibri"/>
              </a:rPr>
              <a:t>c</a:t>
            </a:r>
            <a:r>
              <a:rPr sz="2250" i="1" spc="5" dirty="0">
                <a:latin typeface="Calibri"/>
                <a:cs typeface="Calibri"/>
              </a:rPr>
              <a:t>i</a:t>
            </a:r>
            <a:r>
              <a:rPr sz="2250" i="1" spc="15" dirty="0">
                <a:latin typeface="Calibri"/>
                <a:cs typeface="Calibri"/>
              </a:rPr>
              <a:t>e</a:t>
            </a:r>
            <a:r>
              <a:rPr sz="2250" i="1" spc="5" dirty="0">
                <a:latin typeface="Calibri"/>
                <a:cs typeface="Calibri"/>
              </a:rPr>
              <a:t>nti</a:t>
            </a:r>
            <a:r>
              <a:rPr sz="2250" i="1" dirty="0">
                <a:latin typeface="Calibri"/>
                <a:cs typeface="Calibri"/>
              </a:rPr>
              <a:t>f</a:t>
            </a:r>
            <a:r>
              <a:rPr sz="2250" i="1" spc="5" dirty="0">
                <a:latin typeface="Calibri"/>
                <a:cs typeface="Calibri"/>
              </a:rPr>
              <a:t>ic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10" dirty="0">
                <a:latin typeface="Calibri"/>
                <a:cs typeface="Calibri"/>
              </a:rPr>
              <a:t>P</a:t>
            </a:r>
            <a:r>
              <a:rPr sz="2250" i="1" spc="15" dirty="0">
                <a:latin typeface="Calibri"/>
                <a:cs typeface="Calibri"/>
              </a:rPr>
              <a:t>a</a:t>
            </a:r>
            <a:r>
              <a:rPr sz="2250" i="1" spc="5" dirty="0">
                <a:latin typeface="Calibri"/>
                <a:cs typeface="Calibri"/>
              </a:rPr>
              <a:t>pe</a:t>
            </a:r>
            <a:r>
              <a:rPr sz="2250" i="1" spc="55" dirty="0">
                <a:latin typeface="Calibri"/>
                <a:cs typeface="Calibri"/>
              </a:rPr>
              <a:t>r</a:t>
            </a:r>
            <a:r>
              <a:rPr sz="2250" spc="5" dirty="0">
                <a:latin typeface="Calibri"/>
                <a:cs typeface="Calibri"/>
              </a:rPr>
              <a:t>.</a:t>
            </a:r>
            <a:endParaRPr sz="2250" dirty="0">
              <a:latin typeface="Calibri"/>
              <a:cs typeface="Calibri"/>
            </a:endParaRPr>
          </a:p>
          <a:p>
            <a:pPr marL="280670">
              <a:lnSpc>
                <a:spcPct val="100000"/>
              </a:lnSpc>
              <a:spcBef>
                <a:spcPts val="30"/>
              </a:spcBef>
            </a:pPr>
            <a:r>
              <a:rPr sz="2250" dirty="0">
                <a:latin typeface="Calibri"/>
                <a:cs typeface="Calibri"/>
              </a:rPr>
              <a:t>I</a:t>
            </a:r>
            <a:r>
              <a:rPr sz="2250" spc="5" dirty="0">
                <a:latin typeface="Calibri"/>
                <a:cs typeface="Calibri"/>
              </a:rPr>
              <a:t>SI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P</a:t>
            </a:r>
            <a:r>
              <a:rPr sz="2250" spc="-5" dirty="0">
                <a:latin typeface="Calibri"/>
                <a:cs typeface="Calibri"/>
              </a:rPr>
              <a:t>r</a:t>
            </a:r>
            <a:r>
              <a:rPr sz="2250" spc="10" dirty="0">
                <a:latin typeface="Calibri"/>
                <a:cs typeface="Calibri"/>
              </a:rPr>
              <a:t>e</a:t>
            </a:r>
            <a:r>
              <a:rPr sz="2250" dirty="0">
                <a:latin typeface="Calibri"/>
                <a:cs typeface="Calibri"/>
              </a:rPr>
              <a:t>ss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P</a:t>
            </a:r>
            <a:r>
              <a:rPr sz="2250" spc="5" dirty="0">
                <a:latin typeface="Calibri"/>
                <a:cs typeface="Calibri"/>
              </a:rPr>
              <a:t>hiladel</a:t>
            </a:r>
            <a:r>
              <a:rPr sz="2250" dirty="0">
                <a:latin typeface="Calibri"/>
                <a:cs typeface="Calibri"/>
              </a:rPr>
              <a:t>phi</a:t>
            </a:r>
            <a:r>
              <a:rPr sz="2250" spc="5" dirty="0">
                <a:latin typeface="Calibri"/>
                <a:cs typeface="Calibri"/>
              </a:rPr>
              <a:t>a,</a:t>
            </a:r>
            <a:r>
              <a:rPr sz="2250" dirty="0">
                <a:latin typeface="Calibri"/>
                <a:cs typeface="Calibri"/>
              </a:rPr>
              <a:t> 45p.</a:t>
            </a:r>
          </a:p>
          <a:p>
            <a:pPr marL="280670" marR="5080" indent="-267970">
              <a:lnSpc>
                <a:spcPct val="101299"/>
              </a:lnSpc>
              <a:spcBef>
                <a:spcPts val="1895"/>
              </a:spcBef>
            </a:pPr>
            <a:r>
              <a:rPr sz="2250" spc="5" dirty="0">
                <a:latin typeface="Calibri"/>
                <a:cs typeface="Calibri"/>
              </a:rPr>
              <a:t>Han</a:t>
            </a:r>
            <a:r>
              <a:rPr sz="2250" spc="-10" dirty="0">
                <a:latin typeface="Calibri"/>
                <a:cs typeface="Calibri"/>
              </a:rPr>
              <a:t>s</a:t>
            </a:r>
            <a:r>
              <a:rPr sz="2250" spc="20" dirty="0">
                <a:latin typeface="Calibri"/>
                <a:cs typeface="Calibri"/>
              </a:rPr>
              <a:t>e</a:t>
            </a:r>
            <a:r>
              <a:rPr sz="2250" spc="5" dirty="0">
                <a:latin typeface="Calibri"/>
                <a:cs typeface="Calibri"/>
              </a:rPr>
              <a:t>n,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W</a:t>
            </a:r>
            <a:r>
              <a:rPr sz="2250" spc="5" dirty="0">
                <a:latin typeface="Calibri"/>
                <a:cs typeface="Calibri"/>
              </a:rPr>
              <a:t>.R.</a:t>
            </a:r>
            <a:r>
              <a:rPr sz="2250" dirty="0">
                <a:latin typeface="Calibri"/>
                <a:cs typeface="Calibri"/>
              </a:rPr>
              <a:t> (</a:t>
            </a:r>
            <a:r>
              <a:rPr sz="2250" spc="10" dirty="0">
                <a:latin typeface="Calibri"/>
                <a:cs typeface="Calibri"/>
              </a:rPr>
              <a:t>e</a:t>
            </a:r>
            <a:r>
              <a:rPr sz="2250" spc="5" dirty="0">
                <a:latin typeface="Calibri"/>
                <a:cs typeface="Calibri"/>
              </a:rPr>
              <a:t>d</a:t>
            </a:r>
            <a:r>
              <a:rPr sz="2250" spc="10" dirty="0">
                <a:latin typeface="Calibri"/>
                <a:cs typeface="Calibri"/>
              </a:rPr>
              <a:t>)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19</a:t>
            </a:r>
            <a:r>
              <a:rPr sz="2250" spc="10" dirty="0">
                <a:latin typeface="Calibri"/>
                <a:cs typeface="Calibri"/>
              </a:rPr>
              <a:t>9</a:t>
            </a:r>
            <a:r>
              <a:rPr sz="2250" dirty="0">
                <a:latin typeface="Calibri"/>
                <a:cs typeface="Calibri"/>
              </a:rPr>
              <a:t>1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S</a:t>
            </a:r>
            <a:r>
              <a:rPr sz="2250" i="1" spc="15" dirty="0">
                <a:latin typeface="Calibri"/>
                <a:cs typeface="Calibri"/>
              </a:rPr>
              <a:t>u</a:t>
            </a:r>
            <a:r>
              <a:rPr sz="2250" i="1" spc="5" dirty="0">
                <a:latin typeface="Calibri"/>
                <a:cs typeface="Calibri"/>
              </a:rPr>
              <a:t>g</a:t>
            </a:r>
            <a:r>
              <a:rPr sz="2250" i="1" spc="15" dirty="0">
                <a:latin typeface="Calibri"/>
                <a:cs typeface="Calibri"/>
              </a:rPr>
              <a:t>g</a:t>
            </a:r>
            <a:r>
              <a:rPr sz="2250" i="1" dirty="0">
                <a:latin typeface="Calibri"/>
                <a:cs typeface="Calibri"/>
              </a:rPr>
              <a:t>es</a:t>
            </a:r>
            <a:r>
              <a:rPr sz="2250" i="1" spc="10" dirty="0">
                <a:latin typeface="Calibri"/>
                <a:cs typeface="Calibri"/>
              </a:rPr>
              <a:t>t</a:t>
            </a:r>
            <a:r>
              <a:rPr sz="2250" i="1" dirty="0">
                <a:latin typeface="Calibri"/>
                <a:cs typeface="Calibri"/>
              </a:rPr>
              <a:t>i</a:t>
            </a:r>
            <a:r>
              <a:rPr sz="2250" i="1" spc="15" dirty="0">
                <a:latin typeface="Calibri"/>
                <a:cs typeface="Calibri"/>
              </a:rPr>
              <a:t>on</a:t>
            </a:r>
            <a:r>
              <a:rPr sz="2250" i="1" spc="5" dirty="0">
                <a:latin typeface="Calibri"/>
                <a:cs typeface="Calibri"/>
              </a:rPr>
              <a:t>s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to </a:t>
            </a:r>
            <a:r>
              <a:rPr sz="2250" i="1" spc="15" dirty="0">
                <a:latin typeface="Calibri"/>
                <a:cs typeface="Calibri"/>
              </a:rPr>
              <a:t>a</a:t>
            </a:r>
            <a:r>
              <a:rPr sz="2250" i="1" spc="5" dirty="0">
                <a:latin typeface="Calibri"/>
                <a:cs typeface="Calibri"/>
              </a:rPr>
              <a:t>ut</a:t>
            </a:r>
            <a:r>
              <a:rPr sz="2250" i="1" spc="15" dirty="0">
                <a:latin typeface="Calibri"/>
                <a:cs typeface="Calibri"/>
              </a:rPr>
              <a:t>h</a:t>
            </a:r>
            <a:r>
              <a:rPr sz="2250" i="1" dirty="0">
                <a:latin typeface="Calibri"/>
                <a:cs typeface="Calibri"/>
              </a:rPr>
              <a:t>or</a:t>
            </a:r>
            <a:r>
              <a:rPr sz="2250" i="1" spc="5" dirty="0">
                <a:latin typeface="Calibri"/>
                <a:cs typeface="Calibri"/>
              </a:rPr>
              <a:t>s of</a:t>
            </a:r>
            <a:r>
              <a:rPr sz="2250" i="1" spc="10" dirty="0">
                <a:latin typeface="Calibri"/>
                <a:cs typeface="Calibri"/>
              </a:rPr>
              <a:t> </a:t>
            </a:r>
            <a:r>
              <a:rPr sz="2250" i="1" dirty="0">
                <a:latin typeface="Calibri"/>
                <a:cs typeface="Calibri"/>
              </a:rPr>
              <a:t>t</a:t>
            </a:r>
            <a:r>
              <a:rPr sz="2250" i="1" spc="15" dirty="0">
                <a:latin typeface="Calibri"/>
                <a:cs typeface="Calibri"/>
              </a:rPr>
              <a:t>h</a:t>
            </a:r>
            <a:r>
              <a:rPr sz="2250" i="1" spc="10" dirty="0">
                <a:latin typeface="Calibri"/>
                <a:cs typeface="Calibri"/>
              </a:rPr>
              <a:t>e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dirty="0">
                <a:latin typeface="Calibri"/>
                <a:cs typeface="Calibri"/>
              </a:rPr>
              <a:t>R</a:t>
            </a:r>
            <a:r>
              <a:rPr sz="2250" i="1" spc="5" dirty="0">
                <a:latin typeface="Calibri"/>
                <a:cs typeface="Calibri"/>
              </a:rPr>
              <a:t>e</a:t>
            </a:r>
            <a:r>
              <a:rPr sz="2250" i="1" spc="15" dirty="0">
                <a:latin typeface="Calibri"/>
                <a:cs typeface="Calibri"/>
              </a:rPr>
              <a:t>po</a:t>
            </a:r>
            <a:r>
              <a:rPr sz="2250" i="1" dirty="0">
                <a:latin typeface="Calibri"/>
                <a:cs typeface="Calibri"/>
              </a:rPr>
              <a:t>rt</a:t>
            </a:r>
            <a:r>
              <a:rPr sz="2250" i="1" spc="5" dirty="0">
                <a:latin typeface="Calibri"/>
                <a:cs typeface="Calibri"/>
              </a:rPr>
              <a:t>s 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5" dirty="0">
                <a:latin typeface="Calibri"/>
                <a:cs typeface="Calibri"/>
              </a:rPr>
              <a:t>f</a:t>
            </a:r>
            <a:r>
              <a:rPr sz="2250" i="1" dirty="0">
                <a:latin typeface="Calibri"/>
                <a:cs typeface="Calibri"/>
              </a:rPr>
              <a:t> t</a:t>
            </a:r>
            <a:r>
              <a:rPr sz="2250" i="1" spc="15" dirty="0">
                <a:latin typeface="Calibri"/>
                <a:cs typeface="Calibri"/>
              </a:rPr>
              <a:t>h</a:t>
            </a:r>
            <a:r>
              <a:rPr sz="2250" i="1" spc="10" dirty="0">
                <a:latin typeface="Calibri"/>
                <a:cs typeface="Calibri"/>
              </a:rPr>
              <a:t>e</a:t>
            </a:r>
            <a:r>
              <a:rPr sz="2250" i="1" spc="5" dirty="0">
                <a:latin typeface="Calibri"/>
                <a:cs typeface="Calibri"/>
              </a:rPr>
              <a:t> U</a:t>
            </a:r>
            <a:r>
              <a:rPr sz="2250" i="1" spc="10" dirty="0">
                <a:latin typeface="Calibri"/>
                <a:cs typeface="Calibri"/>
              </a:rPr>
              <a:t>S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spc="10" dirty="0">
                <a:latin typeface="Calibri"/>
                <a:cs typeface="Calibri"/>
              </a:rPr>
              <a:t>G</a:t>
            </a:r>
            <a:r>
              <a:rPr sz="2250" i="1" spc="5" dirty="0">
                <a:latin typeface="Calibri"/>
                <a:cs typeface="Calibri"/>
              </a:rPr>
              <a:t>e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5" dirty="0">
                <a:latin typeface="Calibri"/>
                <a:cs typeface="Calibri"/>
              </a:rPr>
              <a:t>lo</a:t>
            </a:r>
            <a:r>
              <a:rPr sz="2250" i="1" spc="15" dirty="0">
                <a:latin typeface="Calibri"/>
                <a:cs typeface="Calibri"/>
              </a:rPr>
              <a:t>g</a:t>
            </a:r>
            <a:r>
              <a:rPr sz="2250" i="1" spc="5" dirty="0">
                <a:latin typeface="Calibri"/>
                <a:cs typeface="Calibri"/>
              </a:rPr>
              <a:t>ical </a:t>
            </a:r>
            <a:r>
              <a:rPr sz="2250" i="1" spc="15" dirty="0">
                <a:latin typeface="Calibri"/>
                <a:cs typeface="Calibri"/>
              </a:rPr>
              <a:t>S</a:t>
            </a:r>
            <a:r>
              <a:rPr sz="2250" i="1" dirty="0">
                <a:latin typeface="Calibri"/>
                <a:cs typeface="Calibri"/>
              </a:rPr>
              <a:t>ur</a:t>
            </a:r>
            <a:r>
              <a:rPr sz="2250" i="1" spc="10" dirty="0">
                <a:latin typeface="Calibri"/>
                <a:cs typeface="Calibri"/>
              </a:rPr>
              <a:t>v</a:t>
            </a:r>
            <a:r>
              <a:rPr sz="2250" i="1" spc="5" dirty="0">
                <a:latin typeface="Calibri"/>
                <a:cs typeface="Calibri"/>
              </a:rPr>
              <a:t>ey.</a:t>
            </a:r>
            <a:r>
              <a:rPr sz="2250" i="1" spc="5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7</a:t>
            </a:r>
            <a:r>
              <a:rPr sz="2250" spc="5" dirty="0">
                <a:latin typeface="Calibri"/>
                <a:cs typeface="Calibri"/>
              </a:rPr>
              <a:t>th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e</a:t>
            </a:r>
            <a:r>
              <a:rPr sz="2250" spc="5" dirty="0">
                <a:latin typeface="Calibri"/>
                <a:cs typeface="Calibri"/>
              </a:rPr>
              <a:t>dition,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U</a:t>
            </a:r>
            <a:r>
              <a:rPr sz="2250" spc="10" dirty="0">
                <a:latin typeface="Calibri"/>
                <a:cs typeface="Calibri"/>
              </a:rPr>
              <a:t>S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G</a:t>
            </a:r>
            <a:r>
              <a:rPr sz="2250" spc="5" dirty="0">
                <a:latin typeface="Calibri"/>
                <a:cs typeface="Calibri"/>
              </a:rPr>
              <a:t>ov.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P</a:t>
            </a:r>
            <a:r>
              <a:rPr sz="2250" spc="-5" dirty="0">
                <a:latin typeface="Calibri"/>
                <a:cs typeface="Calibri"/>
              </a:rPr>
              <a:t>r</a:t>
            </a:r>
            <a:r>
              <a:rPr sz="2250" spc="5" dirty="0">
                <a:latin typeface="Calibri"/>
                <a:cs typeface="Calibri"/>
              </a:rPr>
              <a:t>inting Of</a:t>
            </a:r>
            <a:r>
              <a:rPr sz="2250" dirty="0">
                <a:latin typeface="Calibri"/>
                <a:cs typeface="Calibri"/>
              </a:rPr>
              <a:t>f</a:t>
            </a:r>
            <a:r>
              <a:rPr sz="2250" spc="5" dirty="0">
                <a:latin typeface="Calibri"/>
                <a:cs typeface="Calibri"/>
              </a:rPr>
              <a:t>i</a:t>
            </a:r>
            <a:r>
              <a:rPr sz="2250" dirty="0">
                <a:latin typeface="Calibri"/>
                <a:cs typeface="Calibri"/>
              </a:rPr>
              <a:t>c</a:t>
            </a:r>
            <a:r>
              <a:rPr sz="2250" spc="5" dirty="0">
                <a:latin typeface="Calibri"/>
                <a:cs typeface="Calibri"/>
              </a:rPr>
              <a:t>e,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Washin</a:t>
            </a:r>
            <a:r>
              <a:rPr sz="2250" spc="-5" dirty="0">
                <a:latin typeface="Calibri"/>
                <a:cs typeface="Calibri"/>
              </a:rPr>
              <a:t>g</a:t>
            </a:r>
            <a:r>
              <a:rPr sz="2250" spc="5" dirty="0">
                <a:latin typeface="Calibri"/>
                <a:cs typeface="Calibri"/>
              </a:rPr>
              <a:t>to</a:t>
            </a:r>
            <a:r>
              <a:rPr sz="2250" spc="10" dirty="0">
                <a:latin typeface="Calibri"/>
                <a:cs typeface="Calibri"/>
              </a:rPr>
              <a:t>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-45" dirty="0">
                <a:latin typeface="Calibri"/>
                <a:cs typeface="Calibri"/>
              </a:rPr>
              <a:t>D</a:t>
            </a:r>
            <a:r>
              <a:rPr sz="2250" spc="5" dirty="0">
                <a:latin typeface="Calibri"/>
                <a:cs typeface="Calibri"/>
              </a:rPr>
              <a:t>.C.,</a:t>
            </a:r>
            <a:r>
              <a:rPr sz="2250" dirty="0">
                <a:latin typeface="Calibri"/>
                <a:cs typeface="Calibri"/>
              </a:rPr>
              <a:t> 311</a:t>
            </a:r>
            <a:r>
              <a:rPr sz="2250" spc="20" dirty="0">
                <a:latin typeface="Calibri"/>
                <a:cs typeface="Calibri"/>
              </a:rPr>
              <a:t>p</a:t>
            </a:r>
            <a:r>
              <a:rPr sz="2250" spc="5" dirty="0">
                <a:latin typeface="Calibri"/>
                <a:cs typeface="Calibri"/>
              </a:rPr>
              <a:t>.</a:t>
            </a:r>
            <a:endParaRPr sz="2250" dirty="0">
              <a:latin typeface="Calibri"/>
              <a:cs typeface="Calibri"/>
            </a:endParaRPr>
          </a:p>
          <a:p>
            <a:pPr marL="280670" marR="331470" indent="-267970">
              <a:lnSpc>
                <a:spcPct val="101099"/>
              </a:lnSpc>
              <a:spcBef>
                <a:spcPts val="1900"/>
              </a:spcBef>
              <a:tabLst>
                <a:tab pos="5427345" algn="l"/>
              </a:tabLst>
            </a:pPr>
            <a:r>
              <a:rPr sz="2250" spc="5" dirty="0">
                <a:latin typeface="Calibri"/>
                <a:cs typeface="Calibri"/>
              </a:rPr>
              <a:t>Land</a:t>
            </a:r>
            <a:r>
              <a:rPr sz="2250" spc="10" dirty="0">
                <a:latin typeface="Calibri"/>
                <a:cs typeface="Calibri"/>
              </a:rPr>
              <a:t>e</a:t>
            </a:r>
            <a:r>
              <a:rPr sz="2250" dirty="0">
                <a:latin typeface="Calibri"/>
                <a:cs typeface="Calibri"/>
              </a:rPr>
              <a:t>s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K</a:t>
            </a:r>
            <a:r>
              <a:rPr sz="2250" spc="-5" dirty="0">
                <a:latin typeface="Calibri"/>
                <a:cs typeface="Calibri"/>
              </a:rPr>
              <a:t>.</a:t>
            </a:r>
            <a:r>
              <a:rPr sz="2250" spc="5" dirty="0">
                <a:latin typeface="Calibri"/>
                <a:cs typeface="Calibri"/>
              </a:rPr>
              <a:t>K.</a:t>
            </a:r>
            <a:r>
              <a:rPr sz="2250" spc="-5" dirty="0">
                <a:latin typeface="Calibri"/>
                <a:cs typeface="Calibri"/>
              </a:rPr>
              <a:t>,19</a:t>
            </a:r>
            <a:r>
              <a:rPr sz="2250" spc="10" dirty="0">
                <a:latin typeface="Calibri"/>
                <a:cs typeface="Calibri"/>
              </a:rPr>
              <a:t>5</a:t>
            </a:r>
            <a:r>
              <a:rPr sz="2250" dirty="0">
                <a:latin typeface="Calibri"/>
                <a:cs typeface="Calibri"/>
              </a:rPr>
              <a:t>1</a:t>
            </a:r>
            <a:r>
              <a:rPr sz="2250" spc="5" dirty="0">
                <a:latin typeface="Calibri"/>
                <a:cs typeface="Calibri"/>
              </a:rPr>
              <a:t>,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10" dirty="0">
                <a:latin typeface="Calibri"/>
                <a:cs typeface="Calibri"/>
              </a:rPr>
              <a:t>A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Sc</a:t>
            </a:r>
            <a:r>
              <a:rPr sz="2250" spc="-5" dirty="0">
                <a:latin typeface="Calibri"/>
                <a:cs typeface="Calibri"/>
              </a:rPr>
              <a:t>r</a:t>
            </a:r>
            <a:r>
              <a:rPr sz="2250" spc="5" dirty="0">
                <a:latin typeface="Calibri"/>
                <a:cs typeface="Calibri"/>
              </a:rPr>
              <a:t>utin</a:t>
            </a:r>
            <a:r>
              <a:rPr sz="2250" spc="10" dirty="0">
                <a:latin typeface="Calibri"/>
                <a:cs typeface="Calibri"/>
              </a:rPr>
              <a:t>y</a:t>
            </a:r>
            <a:r>
              <a:rPr sz="2250" spc="5" dirty="0">
                <a:latin typeface="Calibri"/>
                <a:cs typeface="Calibri"/>
              </a:rPr>
              <a:t> of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t</a:t>
            </a:r>
            <a:r>
              <a:rPr sz="2250" dirty="0">
                <a:latin typeface="Calibri"/>
                <a:cs typeface="Calibri"/>
              </a:rPr>
              <a:t>h</a:t>
            </a:r>
            <a:r>
              <a:rPr sz="2250" spc="10" dirty="0">
                <a:latin typeface="Calibri"/>
                <a:cs typeface="Calibri"/>
              </a:rPr>
              <a:t>e </a:t>
            </a:r>
            <a:r>
              <a:rPr sz="2250" spc="5" dirty="0">
                <a:latin typeface="Calibri"/>
                <a:cs typeface="Calibri"/>
              </a:rPr>
              <a:t>Abst</a:t>
            </a:r>
            <a:r>
              <a:rPr sz="2250" spc="-5" dirty="0">
                <a:latin typeface="Calibri"/>
                <a:cs typeface="Calibri"/>
              </a:rPr>
              <a:t>r</a:t>
            </a:r>
            <a:r>
              <a:rPr sz="2250" spc="5" dirty="0">
                <a:latin typeface="Calibri"/>
                <a:cs typeface="Calibri"/>
              </a:rPr>
              <a:t>act,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i="1" spc="-5" dirty="0">
                <a:latin typeface="Calibri"/>
                <a:cs typeface="Calibri"/>
              </a:rPr>
              <a:t>B</a:t>
            </a:r>
            <a:r>
              <a:rPr sz="2250" i="1" spc="15" dirty="0">
                <a:latin typeface="Calibri"/>
                <a:cs typeface="Calibri"/>
              </a:rPr>
              <a:t>u</a:t>
            </a:r>
            <a:r>
              <a:rPr sz="2250" i="1" spc="5" dirty="0">
                <a:latin typeface="Calibri"/>
                <a:cs typeface="Calibri"/>
              </a:rPr>
              <a:t>l</a:t>
            </a:r>
            <a:r>
              <a:rPr sz="2250" i="1" dirty="0">
                <a:latin typeface="Calibri"/>
                <a:cs typeface="Calibri"/>
              </a:rPr>
              <a:t>l</a:t>
            </a:r>
            <a:r>
              <a:rPr sz="2250" i="1" spc="15" dirty="0">
                <a:latin typeface="Calibri"/>
                <a:cs typeface="Calibri"/>
              </a:rPr>
              <a:t>e</a:t>
            </a:r>
            <a:r>
              <a:rPr sz="2250" i="1" dirty="0">
                <a:latin typeface="Calibri"/>
                <a:cs typeface="Calibri"/>
              </a:rPr>
              <a:t>t</a:t>
            </a:r>
            <a:r>
              <a:rPr sz="2250" i="1" spc="5" dirty="0">
                <a:latin typeface="Calibri"/>
                <a:cs typeface="Calibri"/>
              </a:rPr>
              <a:t>in 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5" dirty="0">
                <a:latin typeface="Calibri"/>
                <a:cs typeface="Calibri"/>
              </a:rPr>
              <a:t>f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5" dirty="0">
                <a:latin typeface="Calibri"/>
                <a:cs typeface="Calibri"/>
              </a:rPr>
              <a:t>t</a:t>
            </a:r>
            <a:r>
              <a:rPr sz="2250" i="1" spc="15" dirty="0">
                <a:latin typeface="Calibri"/>
                <a:cs typeface="Calibri"/>
              </a:rPr>
              <a:t>h</a:t>
            </a:r>
            <a:r>
              <a:rPr sz="2250" i="1" spc="10" dirty="0">
                <a:latin typeface="Calibri"/>
                <a:cs typeface="Calibri"/>
              </a:rPr>
              <a:t>e</a:t>
            </a:r>
            <a:r>
              <a:rPr sz="2250" i="1" spc="5" dirty="0">
                <a:latin typeface="Calibri"/>
                <a:cs typeface="Calibri"/>
              </a:rPr>
              <a:t> America</a:t>
            </a:r>
            <a:r>
              <a:rPr sz="2250" i="1" spc="10" dirty="0">
                <a:latin typeface="Calibri"/>
                <a:cs typeface="Calibri"/>
              </a:rPr>
              <a:t>n</a:t>
            </a:r>
            <a:r>
              <a:rPr sz="2250" i="1" spc="15" dirty="0">
                <a:latin typeface="Calibri"/>
                <a:cs typeface="Calibri"/>
              </a:rPr>
              <a:t> </a:t>
            </a:r>
            <a:r>
              <a:rPr sz="2250" i="1" dirty="0">
                <a:latin typeface="Calibri"/>
                <a:cs typeface="Calibri"/>
              </a:rPr>
              <a:t>Ass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-5" dirty="0">
                <a:latin typeface="Calibri"/>
                <a:cs typeface="Calibri"/>
              </a:rPr>
              <a:t>c</a:t>
            </a:r>
            <a:r>
              <a:rPr sz="2250" i="1" spc="5" dirty="0">
                <a:latin typeface="Calibri"/>
                <a:cs typeface="Calibri"/>
              </a:rPr>
              <a:t>i</a:t>
            </a:r>
            <a:r>
              <a:rPr sz="2250" i="1" spc="15" dirty="0">
                <a:latin typeface="Calibri"/>
                <a:cs typeface="Calibri"/>
              </a:rPr>
              <a:t>a</a:t>
            </a:r>
            <a:r>
              <a:rPr sz="2250" i="1" spc="5" dirty="0">
                <a:latin typeface="Calibri"/>
                <a:cs typeface="Calibri"/>
              </a:rPr>
              <a:t>t</a:t>
            </a:r>
            <a:r>
              <a:rPr sz="2250" i="1" dirty="0">
                <a:latin typeface="Calibri"/>
                <a:cs typeface="Calibri"/>
              </a:rPr>
              <a:t>i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10" dirty="0">
                <a:latin typeface="Calibri"/>
                <a:cs typeface="Calibri"/>
              </a:rPr>
              <a:t>n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5" dirty="0">
                <a:latin typeface="Calibri"/>
                <a:cs typeface="Calibri"/>
              </a:rPr>
              <a:t>f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i="1" spc="10" dirty="0">
                <a:latin typeface="Calibri"/>
                <a:cs typeface="Calibri"/>
              </a:rPr>
              <a:t>P</a:t>
            </a:r>
            <a:r>
              <a:rPr sz="2250" i="1" spc="5" dirty="0">
                <a:latin typeface="Calibri"/>
                <a:cs typeface="Calibri"/>
              </a:rPr>
              <a:t>et</a:t>
            </a:r>
            <a:r>
              <a:rPr sz="2250" i="1" dirty="0">
                <a:latin typeface="Calibri"/>
                <a:cs typeface="Calibri"/>
              </a:rPr>
              <a:t>ro</a:t>
            </a:r>
            <a:r>
              <a:rPr sz="2250" i="1" spc="5" dirty="0">
                <a:latin typeface="Calibri"/>
                <a:cs typeface="Calibri"/>
              </a:rPr>
              <a:t>le</a:t>
            </a:r>
            <a:r>
              <a:rPr sz="2250" i="1" spc="15" dirty="0">
                <a:latin typeface="Calibri"/>
                <a:cs typeface="Calibri"/>
              </a:rPr>
              <a:t>um</a:t>
            </a:r>
            <a:r>
              <a:rPr sz="2250" i="1" spc="-5" dirty="0">
                <a:latin typeface="Calibri"/>
                <a:cs typeface="Calibri"/>
              </a:rPr>
              <a:t> </a:t>
            </a:r>
            <a:r>
              <a:rPr sz="2250" i="1" spc="10" dirty="0">
                <a:latin typeface="Calibri"/>
                <a:cs typeface="Calibri"/>
              </a:rPr>
              <a:t>G</a:t>
            </a:r>
            <a:r>
              <a:rPr sz="2250" i="1" spc="15" dirty="0">
                <a:latin typeface="Calibri"/>
                <a:cs typeface="Calibri"/>
              </a:rPr>
              <a:t>e</a:t>
            </a:r>
            <a:r>
              <a:rPr sz="2250" i="1" spc="5" dirty="0">
                <a:latin typeface="Calibri"/>
                <a:cs typeface="Calibri"/>
              </a:rPr>
              <a:t>ol</a:t>
            </a:r>
            <a:r>
              <a:rPr sz="2250" i="1" spc="15" dirty="0">
                <a:latin typeface="Calibri"/>
                <a:cs typeface="Calibri"/>
              </a:rPr>
              <a:t>o</a:t>
            </a:r>
            <a:r>
              <a:rPr sz="2250" i="1" spc="5" dirty="0">
                <a:latin typeface="Calibri"/>
                <a:cs typeface="Calibri"/>
              </a:rPr>
              <a:t>gi</a:t>
            </a:r>
            <a:r>
              <a:rPr sz="2250" i="1" dirty="0">
                <a:latin typeface="Calibri"/>
                <a:cs typeface="Calibri"/>
              </a:rPr>
              <a:t>s</a:t>
            </a:r>
            <a:r>
              <a:rPr sz="2250" i="1" spc="5" dirty="0">
                <a:latin typeface="Calibri"/>
                <a:cs typeface="Calibri"/>
              </a:rPr>
              <a:t>t</a:t>
            </a:r>
            <a:r>
              <a:rPr sz="2250" i="1" dirty="0">
                <a:latin typeface="Calibri"/>
                <a:cs typeface="Calibri"/>
              </a:rPr>
              <a:t>s</a:t>
            </a:r>
            <a:r>
              <a:rPr sz="2250" i="1" spc="5" dirty="0">
                <a:latin typeface="Calibri"/>
                <a:cs typeface="Calibri"/>
              </a:rPr>
              <a:t>,</a:t>
            </a:r>
            <a:r>
              <a:rPr sz="2250" i="1" spc="65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Vol.</a:t>
            </a:r>
            <a:r>
              <a:rPr sz="2250" dirty="0">
                <a:latin typeface="Calibri"/>
                <a:cs typeface="Calibri"/>
              </a:rPr>
              <a:t> 3</a:t>
            </a:r>
            <a:r>
              <a:rPr sz="2250" spc="5" dirty="0">
                <a:latin typeface="Calibri"/>
                <a:cs typeface="Calibri"/>
              </a:rPr>
              <a:t>5.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6DFEE63-23BB-4733-9895-FECB379E1669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790"/>
              </a:lnSpc>
            </a:pPr>
            <a:r>
              <a:rPr spc="-5"/>
              <a:t>C</a:t>
            </a:r>
            <a:r>
              <a:rPr spc="-10"/>
              <a:t>iti</a:t>
            </a:r>
            <a:r>
              <a:rPr spc="-5"/>
              <a:t>n</a:t>
            </a:r>
            <a:r>
              <a:t>g</a:t>
            </a:r>
            <a:r>
              <a:rPr spc="-15"/>
              <a:t> </a:t>
            </a:r>
            <a:r>
              <a:rPr spc="-25"/>
              <a:t>Ref</a:t>
            </a:r>
            <a:r>
              <a:rPr spc="-15"/>
              <a:t>e</a:t>
            </a:r>
            <a:r>
              <a:rPr spc="-25"/>
              <a:t>rence</a:t>
            </a:r>
            <a:r>
              <a:rPr spc="-20"/>
              <a:t>s</a:t>
            </a:r>
            <a:r>
              <a:rPr spc="-10"/>
              <a:t> i</a:t>
            </a:r>
            <a:r>
              <a:t>n </a:t>
            </a:r>
            <a:r>
              <a:rPr spc="-25"/>
              <a:t>Resear</a:t>
            </a:r>
            <a:r>
              <a:rPr spc="-5"/>
              <a:t>ch </a:t>
            </a:r>
            <a:r>
              <a:rPr spc="-35"/>
              <a:t>P</a:t>
            </a:r>
            <a:r>
              <a:rPr spc="-20"/>
              <a:t>ape</a:t>
            </a:r>
            <a:r>
              <a:rPr spc="-30"/>
              <a:t>r</a:t>
            </a:r>
            <a:r>
              <a:t>s</a:t>
            </a:r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689074"/>
            <a:ext cx="10922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320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8830" y="1727835"/>
            <a:ext cx="7813675" cy="1254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0300"/>
              </a:lnSpc>
            </a:pPr>
            <a:r>
              <a:rPr sz="1850" dirty="0">
                <a:latin typeface="Calibri"/>
                <a:cs typeface="Calibri"/>
              </a:rPr>
              <a:t>In </a:t>
            </a:r>
            <a:r>
              <a:rPr sz="1850" spc="-10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10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ice </a:t>
            </a:r>
            <a:r>
              <a:rPr sz="1850" spc="-9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 </a:t>
            </a:r>
            <a:r>
              <a:rPr sz="1850" spc="-1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f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c </a:t>
            </a:r>
            <a:r>
              <a:rPr sz="1850" spc="-10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ear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, </a:t>
            </a:r>
            <a:r>
              <a:rPr sz="1850" spc="-9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t </a:t>
            </a:r>
            <a:r>
              <a:rPr sz="1850" spc="-10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ear</a:t>
            </a:r>
            <a:r>
              <a:rPr sz="1850" dirty="0">
                <a:latin typeface="Calibri"/>
                <a:cs typeface="Calibri"/>
              </a:rPr>
              <a:t>ch </a:t>
            </a:r>
            <a:r>
              <a:rPr sz="1850" spc="-10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cs </a:t>
            </a:r>
            <a:r>
              <a:rPr sz="1850" spc="-10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ar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10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ilt </a:t>
            </a:r>
            <a:r>
              <a:rPr sz="1850" spc="-9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up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n </a:t>
            </a:r>
            <a:r>
              <a:rPr sz="1850" spc="-10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5" dirty="0">
                <a:latin typeface="Calibri"/>
                <a:cs typeface="Calibri"/>
              </a:rPr>
              <a:t>sta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e-o</a:t>
            </a:r>
            <a:r>
              <a:rPr sz="1850" spc="-10" dirty="0">
                <a:latin typeface="Calibri"/>
                <a:cs typeface="Calibri"/>
              </a:rPr>
              <a:t>f</a:t>
            </a:r>
            <a:r>
              <a:rPr sz="1850" spc="-5" dirty="0">
                <a:latin typeface="Calibri"/>
                <a:cs typeface="Calibri"/>
              </a:rPr>
              <a:t>-t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-</a:t>
            </a:r>
            <a:r>
              <a:rPr sz="1850" spc="-5" dirty="0">
                <a:latin typeface="Calibri"/>
                <a:cs typeface="Calibri"/>
              </a:rPr>
              <a:t>ar</a:t>
            </a:r>
            <a:r>
              <a:rPr sz="1850" dirty="0">
                <a:latin typeface="Calibri"/>
                <a:cs typeface="Calibri"/>
              </a:rPr>
              <a:t>t</a:t>
            </a:r>
            <a:r>
              <a:rPr sz="1850" spc="204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 </a:t>
            </a:r>
            <a:r>
              <a:rPr sz="1850" spc="-2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20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m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in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. </a:t>
            </a:r>
            <a:r>
              <a:rPr sz="1850" spc="-21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el</a:t>
            </a:r>
            <a:r>
              <a:rPr sz="1850" spc="-5" dirty="0">
                <a:latin typeface="Calibri"/>
                <a:cs typeface="Calibri"/>
              </a:rPr>
              <a:t>at</a:t>
            </a:r>
            <a:r>
              <a:rPr sz="1850" dirty="0">
                <a:latin typeface="Calibri"/>
                <a:cs typeface="Calibri"/>
              </a:rPr>
              <a:t>ed</a:t>
            </a:r>
            <a:r>
              <a:rPr sz="1850" spc="20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work</a:t>
            </a:r>
            <a:r>
              <a:rPr sz="1850" dirty="0">
                <a:latin typeface="Calibri"/>
                <a:cs typeface="Calibri"/>
              </a:rPr>
              <a:t>s </a:t>
            </a:r>
            <a:r>
              <a:rPr sz="1850" spc="-2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204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ul</a:t>
            </a:r>
            <a:r>
              <a:rPr sz="1850" spc="-5" dirty="0">
                <a:latin typeface="Calibri"/>
                <a:cs typeface="Calibri"/>
              </a:rPr>
              <a:t>te</a:t>
            </a:r>
            <a:r>
              <a:rPr sz="1850" dirty="0">
                <a:latin typeface="Calibri"/>
                <a:cs typeface="Calibri"/>
              </a:rPr>
              <a:t>d,</a:t>
            </a:r>
            <a:r>
              <a:rPr sz="1850" spc="204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y</a:t>
            </a:r>
            <a:r>
              <a:rPr sz="1850" spc="-10" dirty="0">
                <a:latin typeface="Calibri"/>
                <a:cs typeface="Calibri"/>
              </a:rPr>
              <a:t>z</a:t>
            </a:r>
            <a:r>
              <a:rPr sz="1850" dirty="0">
                <a:latin typeface="Calibri"/>
                <a:cs typeface="Calibri"/>
              </a:rPr>
              <a:t>ed</a:t>
            </a:r>
            <a:r>
              <a:rPr sz="1850" spc="200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nd </a:t>
            </a:r>
            <a:r>
              <a:rPr sz="1850" spc="-5" dirty="0">
                <a:latin typeface="Calibri"/>
                <a:cs typeface="Calibri"/>
              </a:rPr>
              <a:t>rev</a:t>
            </a:r>
            <a:r>
              <a:rPr sz="1850" dirty="0">
                <a:latin typeface="Calibri"/>
                <a:cs typeface="Calibri"/>
              </a:rPr>
              <a:t>ie</a:t>
            </a:r>
            <a:r>
              <a:rPr sz="1850" spc="-5" dirty="0">
                <a:latin typeface="Calibri"/>
                <a:cs typeface="Calibri"/>
              </a:rPr>
              <a:t>we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114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ref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2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10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ear</a:t>
            </a:r>
            <a:r>
              <a:rPr sz="1850" dirty="0">
                <a:latin typeface="Calibri"/>
                <a:cs typeface="Calibri"/>
              </a:rPr>
              <a:t>ch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ro</a:t>
            </a:r>
            <a:r>
              <a:rPr sz="1850" spc="-10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lem.</a:t>
            </a:r>
            <a:r>
              <a:rPr sz="1850" spc="10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b</a:t>
            </a:r>
            <a:r>
              <a:rPr sz="1850" spc="10" dirty="0">
                <a:latin typeface="Calibri"/>
                <a:cs typeface="Calibri"/>
              </a:rPr>
              <a:t>l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g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hic</a:t>
            </a:r>
            <a:r>
              <a:rPr sz="1850" spc="12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sear</a:t>
            </a:r>
            <a:r>
              <a:rPr sz="1850" dirty="0">
                <a:latin typeface="Calibri"/>
                <a:cs typeface="Calibri"/>
              </a:rPr>
              <a:t>ch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11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li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rev</a:t>
            </a:r>
            <a:r>
              <a:rPr sz="1850" dirty="0">
                <a:latin typeface="Calibri"/>
                <a:cs typeface="Calibri"/>
              </a:rPr>
              <a:t>iew is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se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l,</a:t>
            </a:r>
            <a:r>
              <a:rPr sz="1850" spc="4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t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ly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t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t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2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ch,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bu</a:t>
            </a:r>
            <a:r>
              <a:rPr sz="1850" dirty="0">
                <a:latin typeface="Calibri"/>
                <a:cs typeface="Calibri"/>
              </a:rPr>
              <a:t>t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du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g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ro</a:t>
            </a:r>
            <a:r>
              <a:rPr sz="1850" dirty="0">
                <a:latin typeface="Calibri"/>
                <a:cs typeface="Calibri"/>
              </a:rPr>
              <a:t>ce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y </a:t>
            </a:r>
            <a:r>
              <a:rPr sz="1850" spc="-5" dirty="0">
                <a:latin typeface="Calibri"/>
                <a:cs typeface="Calibri"/>
              </a:rPr>
              <a:t>res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3200374"/>
            <a:ext cx="10922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320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8830" y="3225164"/>
            <a:ext cx="7813675" cy="770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0300"/>
              </a:lnSpc>
            </a:pPr>
            <a:r>
              <a:rPr sz="1850" dirty="0">
                <a:latin typeface="Calibri"/>
                <a:cs typeface="Calibri"/>
              </a:rPr>
              <a:t>It  </a:t>
            </a:r>
            <a:r>
              <a:rPr sz="1850" spc="-1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is  </a:t>
            </a:r>
            <a:r>
              <a:rPr sz="1850" spc="-13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mp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rta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t  </a:t>
            </a:r>
            <a:r>
              <a:rPr sz="1850" spc="-13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  </a:t>
            </a:r>
            <a:r>
              <a:rPr sz="1850" spc="-13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ro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er</a:t>
            </a:r>
            <a:r>
              <a:rPr sz="1850" dirty="0">
                <a:latin typeface="Calibri"/>
                <a:cs typeface="Calibri"/>
              </a:rPr>
              <a:t>ly  </a:t>
            </a:r>
            <a:r>
              <a:rPr sz="1850" spc="-13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d  </a:t>
            </a:r>
            <a:r>
              <a:rPr sz="1850" spc="-13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pp</a:t>
            </a:r>
            <a:r>
              <a:rPr sz="1850" spc="-5" dirty="0">
                <a:latin typeface="Calibri"/>
                <a:cs typeface="Calibri"/>
              </a:rPr>
              <a:t>ro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ly  </a:t>
            </a:r>
            <a:r>
              <a:rPr sz="1850" spc="-1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e  </a:t>
            </a:r>
            <a:r>
              <a:rPr sz="1850" spc="-13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refer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s  </a:t>
            </a:r>
            <a:r>
              <a:rPr sz="1850" spc="-1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in  </a:t>
            </a:r>
            <a:r>
              <a:rPr sz="1850" spc="-14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or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er  </a:t>
            </a:r>
            <a:r>
              <a:rPr sz="1850" spc="-14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k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w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ge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so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114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nd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g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v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it</a:t>
            </a:r>
            <a:r>
              <a:rPr sz="1850" spc="114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114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or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12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f</a:t>
            </a:r>
            <a:r>
              <a:rPr sz="1850" spc="-5" dirty="0">
                <a:latin typeface="Calibri"/>
                <a:cs typeface="Calibri"/>
              </a:rPr>
              <a:t>ro</a:t>
            </a:r>
            <a:r>
              <a:rPr sz="1850" dirty="0">
                <a:latin typeface="Calibri"/>
                <a:cs typeface="Calibri"/>
              </a:rPr>
              <a:t>m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w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m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wor</a:t>
            </a:r>
            <a:r>
              <a:rPr sz="1850" dirty="0">
                <a:latin typeface="Calibri"/>
                <a:cs typeface="Calibri"/>
              </a:rPr>
              <a:t>k</a:t>
            </a:r>
            <a:r>
              <a:rPr sz="1850" spc="105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s 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ed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in</a:t>
            </a:r>
            <a:r>
              <a:rPr sz="1850" spc="-5" dirty="0">
                <a:latin typeface="Calibri"/>
                <a:cs typeface="Calibri"/>
              </a:rPr>
              <a:t> y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r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er.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201134"/>
            <a:ext cx="10922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320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830" y="4225925"/>
            <a:ext cx="7814945" cy="1281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0400"/>
              </a:lnSpc>
            </a:pP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cie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ces </a:t>
            </a:r>
            <a:r>
              <a:rPr sz="1850" spc="-4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v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forwar</a:t>
            </a:r>
            <a:r>
              <a:rPr sz="1850" dirty="0">
                <a:latin typeface="Calibri"/>
                <a:cs typeface="Calibri"/>
              </a:rPr>
              <a:t>d 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ly </a:t>
            </a:r>
            <a:r>
              <a:rPr sz="1850" spc="-4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by 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bu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10" dirty="0">
                <a:latin typeface="Calibri"/>
                <a:cs typeface="Calibri"/>
              </a:rPr>
              <a:t>l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g </a:t>
            </a:r>
            <a:r>
              <a:rPr sz="1850" spc="-4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up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n 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wor</a:t>
            </a:r>
            <a:r>
              <a:rPr sz="1850" dirty="0">
                <a:latin typeface="Calibri"/>
                <a:cs typeface="Calibri"/>
              </a:rPr>
              <a:t>k 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 </a:t>
            </a:r>
            <a:r>
              <a:rPr sz="1850" spc="-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rs</a:t>
            </a:r>
            <a:r>
              <a:rPr sz="1850" dirty="0">
                <a:latin typeface="Calibri"/>
                <a:cs typeface="Calibri"/>
              </a:rPr>
              <a:t>. </a:t>
            </a:r>
            <a:r>
              <a:rPr sz="1850" spc="-4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4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are 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wever</a:t>
            </a:r>
            <a:r>
              <a:rPr sz="1850" dirty="0">
                <a:latin typeface="Calibri"/>
                <a:cs typeface="Calibri"/>
              </a:rPr>
              <a:t>,  </a:t>
            </a:r>
            <a:r>
              <a:rPr sz="1850" spc="-17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r  </a:t>
            </a:r>
            <a:r>
              <a:rPr sz="1850" spc="-19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s  </a:t>
            </a:r>
            <a:r>
              <a:rPr sz="1850" spc="-18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f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r  </a:t>
            </a:r>
            <a:r>
              <a:rPr sz="1850" spc="-18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ci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g  </a:t>
            </a:r>
            <a:r>
              <a:rPr sz="1850" spc="-18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</a:t>
            </a:r>
            <a:r>
              <a:rPr sz="1850" spc="-10" dirty="0">
                <a:latin typeface="Calibri"/>
                <a:cs typeface="Calibri"/>
              </a:rPr>
              <a:t>f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re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ces  </a:t>
            </a:r>
            <a:r>
              <a:rPr sz="1850" spc="-19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in  </a:t>
            </a:r>
            <a:r>
              <a:rPr sz="1850" spc="-19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cie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f</a:t>
            </a:r>
            <a:r>
              <a:rPr sz="1850" dirty="0">
                <a:latin typeface="Calibri"/>
                <a:cs typeface="Calibri"/>
              </a:rPr>
              <a:t>ic  </a:t>
            </a:r>
            <a:r>
              <a:rPr sz="1850" spc="-17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sear</a:t>
            </a:r>
            <a:r>
              <a:rPr sz="1850" dirty="0">
                <a:latin typeface="Calibri"/>
                <a:cs typeface="Calibri"/>
              </a:rPr>
              <a:t>ch  </a:t>
            </a:r>
            <a:r>
              <a:rPr sz="1850" spc="-18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ers. C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tat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10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10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pp</a:t>
            </a:r>
            <a:r>
              <a:rPr sz="1850" spc="-5" dirty="0">
                <a:latin typeface="Calibri"/>
                <a:cs typeface="Calibri"/>
              </a:rPr>
              <a:t>ro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ce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w</a:t>
            </a:r>
            <a:r>
              <a:rPr sz="1850" spc="10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t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yo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awa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kgro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nd c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x</a:t>
            </a:r>
            <a:r>
              <a:rPr sz="1850" dirty="0">
                <a:latin typeface="Calibri"/>
                <a:cs typeface="Calibri"/>
              </a:rPr>
              <a:t>t 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 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w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dirty="0">
                <a:latin typeface="Calibri"/>
                <a:cs typeface="Calibri"/>
              </a:rPr>
              <a:t>h </a:t>
            </a:r>
            <a:r>
              <a:rPr sz="1850" spc="4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 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res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ch 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ic 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at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, 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d 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y 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lp 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“so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f</a:t>
            </a:r>
            <a:r>
              <a:rPr sz="1850" spc="-15" dirty="0">
                <a:latin typeface="Calibri"/>
                <a:cs typeface="Calibri"/>
              </a:rPr>
              <a:t>y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g” </a:t>
            </a:r>
            <a:r>
              <a:rPr sz="1850" spc="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he </a:t>
            </a:r>
            <a:r>
              <a:rPr sz="1850" spc="-5" dirty="0">
                <a:latin typeface="Calibri"/>
                <a:cs typeface="Calibri"/>
              </a:rPr>
              <a:t>arg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me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s u</a:t>
            </a:r>
            <a:r>
              <a:rPr sz="1850" spc="-5" dirty="0">
                <a:latin typeface="Calibri"/>
                <a:cs typeface="Calibri"/>
              </a:rPr>
              <a:t>se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 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r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 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m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strat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he</a:t>
            </a:r>
            <a:r>
              <a:rPr sz="1850" spc="-5" dirty="0">
                <a:latin typeface="Calibri"/>
                <a:cs typeface="Calibri"/>
              </a:rPr>
              <a:t> ev</a:t>
            </a:r>
            <a:r>
              <a:rPr sz="1850" dirty="0">
                <a:latin typeface="Calibri"/>
                <a:cs typeface="Calibri"/>
              </a:rPr>
              <a:t>id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 o</a:t>
            </a:r>
            <a:r>
              <a:rPr sz="1850" dirty="0">
                <a:latin typeface="Calibri"/>
                <a:cs typeface="Calibri"/>
              </a:rPr>
              <a:t>f i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le.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5940" y="5711164"/>
            <a:ext cx="10922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320" dirty="0">
                <a:latin typeface="Trebuchet MS"/>
                <a:cs typeface="Trebuchet MS"/>
              </a:rPr>
              <a:t>•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830" y="5735954"/>
            <a:ext cx="7811134" cy="516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10"/>
              </a:lnSpc>
              <a:tabLst>
                <a:tab pos="2245360" algn="l"/>
              </a:tabLst>
            </a:pPr>
            <a:r>
              <a:rPr sz="1850" spc="-5" dirty="0">
                <a:latin typeface="Calibri"/>
                <a:cs typeface="Calibri"/>
              </a:rPr>
              <a:t>Refere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ces </a:t>
            </a:r>
            <a:r>
              <a:rPr sz="1850" spc="-17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ar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17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se</a:t>
            </a:r>
            <a:r>
              <a:rPr sz="1850" dirty="0">
                <a:latin typeface="Calibri"/>
                <a:cs typeface="Calibri"/>
              </a:rPr>
              <a:t>d,	in </a:t>
            </a:r>
            <a:r>
              <a:rPr sz="1850" spc="-17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17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ice, </a:t>
            </a:r>
            <a:r>
              <a:rPr sz="1850" spc="-17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y </a:t>
            </a:r>
            <a:r>
              <a:rPr sz="1850" spc="-17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res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d </a:t>
            </a:r>
            <a:r>
              <a:rPr sz="1850" spc="-17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d</a:t>
            </a:r>
            <a:r>
              <a:rPr sz="1850" spc="-5" dirty="0">
                <a:latin typeface="Calibri"/>
                <a:cs typeface="Calibri"/>
              </a:rPr>
              <a:t>er</a:t>
            </a:r>
            <a:r>
              <a:rPr sz="1850" dirty="0">
                <a:latin typeface="Calibri"/>
                <a:cs typeface="Calibri"/>
              </a:rPr>
              <a:t>s </a:t>
            </a:r>
            <a:r>
              <a:rPr sz="1850" spc="-17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r </a:t>
            </a:r>
            <a:r>
              <a:rPr sz="1850" spc="-18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rev</a:t>
            </a:r>
            <a:r>
              <a:rPr sz="1850" spc="10" dirty="0">
                <a:latin typeface="Calibri"/>
                <a:cs typeface="Calibri"/>
              </a:rPr>
              <a:t>i</a:t>
            </a:r>
            <a:r>
              <a:rPr sz="1850" spc="-5" dirty="0">
                <a:latin typeface="Calibri"/>
                <a:cs typeface="Calibri"/>
              </a:rPr>
              <a:t>ew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, </a:t>
            </a:r>
            <a:r>
              <a:rPr sz="1850" spc="-165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s </a:t>
            </a:r>
            <a:r>
              <a:rPr sz="1850" spc="-17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 c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mp</a:t>
            </a:r>
            <a:r>
              <a:rPr sz="1850" spc="1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nt</a:t>
            </a:r>
            <a:r>
              <a:rPr sz="1850" spc="-5" dirty="0">
                <a:latin typeface="Calibri"/>
                <a:cs typeface="Calibri"/>
              </a:rPr>
              <a:t> t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b</a:t>
            </a:r>
            <a:r>
              <a:rPr sz="1850" spc="-5" dirty="0">
                <a:latin typeface="Calibri"/>
                <a:cs typeface="Calibri"/>
              </a:rPr>
              <a:t>stra</a:t>
            </a:r>
            <a:r>
              <a:rPr sz="1850" dirty="0">
                <a:latin typeface="Calibri"/>
                <a:cs typeface="Calibri"/>
              </a:rPr>
              <a:t>ct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 </a:t>
            </a:r>
            <a:r>
              <a:rPr sz="1850" spc="-5" dirty="0">
                <a:latin typeface="Calibri"/>
                <a:cs typeface="Calibri"/>
              </a:rPr>
              <a:t>re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ear</a:t>
            </a:r>
            <a:r>
              <a:rPr sz="1850" dirty="0">
                <a:latin typeface="Calibri"/>
                <a:cs typeface="Calibri"/>
              </a:rPr>
              <a:t>ch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er.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35FA2DA-0F3E-4740-97DD-B20F04D3360F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C</a:t>
            </a:r>
            <a:r>
              <a:rPr spc="-10"/>
              <a:t>iti</a:t>
            </a:r>
            <a:r>
              <a:rPr spc="-5"/>
              <a:t>n</a:t>
            </a:r>
            <a:r>
              <a:t>g</a:t>
            </a:r>
            <a:r>
              <a:rPr spc="-15"/>
              <a:t> </a:t>
            </a:r>
            <a:r>
              <a:rPr spc="-25"/>
              <a:t>Ref</a:t>
            </a:r>
            <a:r>
              <a:rPr spc="-15"/>
              <a:t>e</a:t>
            </a:r>
            <a:r>
              <a:rPr spc="-25"/>
              <a:t>rences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894561"/>
            <a:ext cx="306006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9870" indent="-217170">
              <a:lnSpc>
                <a:spcPct val="100000"/>
              </a:lnSpc>
              <a:buFont typeface="Trebuchet MS"/>
              <a:buChar char="•"/>
              <a:tabLst>
                <a:tab pos="229870" algn="l"/>
              </a:tabLst>
            </a:pPr>
            <a:r>
              <a:rPr sz="1850" spc="-5" dirty="0">
                <a:latin typeface="Calibri"/>
                <a:cs typeface="Calibri"/>
              </a:rPr>
              <a:t>Sh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l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ckn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wled</a:t>
            </a:r>
            <a:r>
              <a:rPr sz="1850" spc="-25" dirty="0">
                <a:latin typeface="Calibri"/>
                <a:cs typeface="Calibri"/>
              </a:rPr>
              <a:t>g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u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15" dirty="0">
                <a:latin typeface="Calibri"/>
                <a:cs typeface="Calibri"/>
              </a:rPr>
              <a:t>ce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3810" y="2259086"/>
            <a:ext cx="113664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65" dirty="0">
                <a:latin typeface="Calibri"/>
                <a:cs typeface="Calibri"/>
              </a:rPr>
              <a:t>–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250" spc="65" dirty="0">
                <a:latin typeface="Calibri"/>
                <a:cs typeface="Calibri"/>
              </a:rPr>
              <a:t>–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000" y="2255837"/>
            <a:ext cx="6211570" cy="556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3200"/>
              </a:lnSpc>
            </a:pPr>
            <a:r>
              <a:rPr sz="1650" spc="15" dirty="0">
                <a:latin typeface="Calibri"/>
                <a:cs typeface="Calibri"/>
              </a:rPr>
              <a:t>An</a:t>
            </a:r>
            <a:r>
              <a:rPr sz="1650" spc="10" dirty="0">
                <a:latin typeface="Calibri"/>
                <a:cs typeface="Calibri"/>
              </a:rPr>
              <a:t>yt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30" dirty="0">
                <a:latin typeface="Calibri"/>
                <a:cs typeface="Calibri"/>
              </a:rPr>
              <a:t>m</a:t>
            </a:r>
            <a:r>
              <a:rPr sz="1650" spc="15" dirty="0">
                <a:latin typeface="Calibri"/>
                <a:cs typeface="Calibri"/>
              </a:rPr>
              <a:t>e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5" dirty="0">
                <a:latin typeface="Calibri"/>
                <a:cs typeface="Calibri"/>
              </a:rPr>
              <a:t>a </a:t>
            </a:r>
            <a:r>
              <a:rPr sz="1650" spc="10" dirty="0">
                <a:latin typeface="Calibri"/>
                <a:cs typeface="Calibri"/>
              </a:rPr>
              <a:t>fact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or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15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 id</a:t>
            </a:r>
            <a:r>
              <a:rPr sz="1650" spc="10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a </a:t>
            </a:r>
            <a:r>
              <a:rPr sz="1650" spc="10" dirty="0">
                <a:latin typeface="Calibri"/>
                <a:cs typeface="Calibri"/>
              </a:rPr>
              <a:t>or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15" dirty="0">
                <a:latin typeface="Calibri"/>
                <a:cs typeface="Calibri"/>
              </a:rPr>
              <a:t>ny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15" dirty="0">
                <a:latin typeface="Calibri"/>
                <a:cs typeface="Calibri"/>
              </a:rPr>
              <a:t>d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5" dirty="0">
                <a:latin typeface="Calibri"/>
                <a:cs typeface="Calibri"/>
              </a:rPr>
              <a:t>re</a:t>
            </a:r>
            <a:r>
              <a:rPr sz="1650" spc="10" dirty="0">
                <a:latin typeface="Calibri"/>
                <a:cs typeface="Calibri"/>
              </a:rPr>
              <a:t>ct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5" dirty="0">
                <a:latin typeface="Calibri"/>
                <a:cs typeface="Calibri"/>
              </a:rPr>
              <a:t>q</a:t>
            </a:r>
            <a:r>
              <a:rPr sz="1650" spc="5" dirty="0">
                <a:latin typeface="Calibri"/>
                <a:cs typeface="Calibri"/>
              </a:rPr>
              <a:t>u</a:t>
            </a:r>
            <a:r>
              <a:rPr sz="1650" spc="10" dirty="0">
                <a:latin typeface="Calibri"/>
                <a:cs typeface="Calibri"/>
              </a:rPr>
              <a:t>o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o</a:t>
            </a:r>
            <a:r>
              <a:rPr sz="1650" spc="15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s</a:t>
            </a:r>
            <a:r>
              <a:rPr sz="1650" spc="15" dirty="0">
                <a:latin typeface="Calibri"/>
                <a:cs typeface="Calibri"/>
              </a:rPr>
              <a:t> u</a:t>
            </a:r>
            <a:r>
              <a:rPr sz="1650" spc="-5" dirty="0">
                <a:latin typeface="Calibri"/>
                <a:cs typeface="Calibri"/>
              </a:rPr>
              <a:t>s</a:t>
            </a:r>
            <a:r>
              <a:rPr sz="1650" spc="20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d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or</a:t>
            </a:r>
            <a:r>
              <a:rPr sz="1650" spc="5" dirty="0">
                <a:latin typeface="Calibri"/>
                <a:cs typeface="Calibri"/>
              </a:rPr>
              <a:t> r</a:t>
            </a:r>
            <a:r>
              <a:rPr sz="1650" dirty="0">
                <a:latin typeface="Calibri"/>
                <a:cs typeface="Calibri"/>
              </a:rPr>
              <a:t>e</a:t>
            </a:r>
            <a:r>
              <a:rPr sz="1650" spc="10" dirty="0">
                <a:latin typeface="Calibri"/>
                <a:cs typeface="Calibri"/>
              </a:rPr>
              <a:t>f</a:t>
            </a:r>
            <a:r>
              <a:rPr sz="1650" spc="5" dirty="0">
                <a:latin typeface="Calibri"/>
                <a:cs typeface="Calibri"/>
              </a:rPr>
              <a:t>erre</a:t>
            </a:r>
            <a:r>
              <a:rPr sz="1650" spc="15" dirty="0">
                <a:latin typeface="Calibri"/>
                <a:cs typeface="Calibri"/>
              </a:rPr>
              <a:t>d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o.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</a:t>
            </a:r>
            <a:r>
              <a:rPr sz="1700" spc="-15" dirty="0">
                <a:latin typeface="Calibri"/>
                <a:cs typeface="Calibri"/>
              </a:rPr>
              <a:t>y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-15" dirty="0">
                <a:latin typeface="Calibri"/>
                <a:cs typeface="Calibri"/>
              </a:rPr>
              <a:t>i</a:t>
            </a:r>
            <a:r>
              <a:rPr sz="1700" spc="-10" dirty="0">
                <a:latin typeface="Calibri"/>
                <a:cs typeface="Calibri"/>
              </a:rPr>
              <a:t>me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fact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r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id</a:t>
            </a:r>
            <a:r>
              <a:rPr sz="1700" spc="-15" dirty="0">
                <a:latin typeface="Calibri"/>
                <a:cs typeface="Calibri"/>
              </a:rPr>
              <a:t>e</a:t>
            </a:r>
            <a:r>
              <a:rPr sz="1700" spc="-10" dirty="0">
                <a:latin typeface="Calibri"/>
                <a:cs typeface="Calibri"/>
              </a:rPr>
              <a:t>a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s</a:t>
            </a:r>
            <a:r>
              <a:rPr sz="1700" spc="-10" dirty="0">
                <a:latin typeface="Calibri"/>
                <a:cs typeface="Calibri"/>
              </a:rPr>
              <a:t>um</a:t>
            </a:r>
            <a:r>
              <a:rPr sz="1700" spc="-20" dirty="0">
                <a:latin typeface="Calibri"/>
                <a:cs typeface="Calibri"/>
              </a:rPr>
              <a:t>m</a:t>
            </a:r>
            <a:r>
              <a:rPr sz="1700" spc="-5" dirty="0">
                <a:latin typeface="Calibri"/>
                <a:cs typeface="Calibri"/>
              </a:rPr>
              <a:t>a</a:t>
            </a:r>
            <a:r>
              <a:rPr sz="1700" spc="-15" dirty="0">
                <a:latin typeface="Calibri"/>
                <a:cs typeface="Calibri"/>
              </a:rPr>
              <a:t>ri</a:t>
            </a:r>
            <a:r>
              <a:rPr sz="1700" spc="-10" dirty="0">
                <a:latin typeface="Calibri"/>
                <a:cs typeface="Calibri"/>
              </a:rPr>
              <a:t>zed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r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p</a:t>
            </a:r>
            <a:r>
              <a:rPr sz="1700" spc="-5" dirty="0">
                <a:latin typeface="Calibri"/>
                <a:cs typeface="Calibri"/>
              </a:rPr>
              <a:t>a</a:t>
            </a:r>
            <a:r>
              <a:rPr sz="1700" spc="-15" dirty="0">
                <a:latin typeface="Calibri"/>
                <a:cs typeface="Calibri"/>
              </a:rPr>
              <a:t>ra</a:t>
            </a:r>
            <a:r>
              <a:rPr sz="1700" spc="-10" dirty="0">
                <a:latin typeface="Calibri"/>
                <a:cs typeface="Calibri"/>
              </a:rPr>
              <a:t>ph</a:t>
            </a:r>
            <a:r>
              <a:rPr sz="1700" spc="-15" dirty="0">
                <a:latin typeface="Calibri"/>
                <a:cs typeface="Calibri"/>
              </a:rPr>
              <a:t>rase</a:t>
            </a:r>
            <a:r>
              <a:rPr sz="1700" spc="-10" dirty="0">
                <a:latin typeface="Calibri"/>
                <a:cs typeface="Calibri"/>
              </a:rPr>
              <a:t>d.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519" y="3004541"/>
            <a:ext cx="287591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9870" indent="-217170">
              <a:lnSpc>
                <a:spcPct val="100000"/>
              </a:lnSpc>
              <a:buFont typeface="Trebuchet MS"/>
              <a:buChar char="•"/>
              <a:tabLst>
                <a:tab pos="229870" algn="l"/>
              </a:tabLst>
            </a:pPr>
            <a:r>
              <a:rPr sz="1850" spc="-5" dirty="0">
                <a:latin typeface="Calibri"/>
                <a:cs typeface="Calibri"/>
              </a:rPr>
              <a:t>S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u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15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b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ckn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wled</a:t>
            </a:r>
            <a:r>
              <a:rPr sz="1850" spc="-25" dirty="0">
                <a:latin typeface="Calibri"/>
                <a:cs typeface="Calibri"/>
              </a:rPr>
              <a:t>g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73810" y="3369066"/>
            <a:ext cx="113664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65" dirty="0">
                <a:latin typeface="Calibri"/>
                <a:cs typeface="Calibri"/>
              </a:rPr>
              <a:t>–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000" y="3365817"/>
            <a:ext cx="6575425" cy="2219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97815">
              <a:lnSpc>
                <a:spcPts val="2030"/>
              </a:lnSpc>
            </a:pPr>
            <a:r>
              <a:rPr sz="1700" spc="-15" dirty="0">
                <a:latin typeface="Calibri"/>
                <a:cs typeface="Calibri"/>
              </a:rPr>
              <a:t>No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-15" dirty="0">
                <a:latin typeface="Calibri"/>
                <a:cs typeface="Calibri"/>
              </a:rPr>
              <a:t> o</a:t>
            </a:r>
            <a:r>
              <a:rPr sz="1700" spc="-10" dirty="0">
                <a:latin typeface="Calibri"/>
                <a:cs typeface="Calibri"/>
              </a:rPr>
              <a:t>n</a:t>
            </a:r>
            <a:r>
              <a:rPr sz="1700" spc="-15" dirty="0">
                <a:latin typeface="Calibri"/>
                <a:cs typeface="Calibri"/>
              </a:rPr>
              <a:t>l</a:t>
            </a:r>
            <a:r>
              <a:rPr sz="1700" spc="-10" dirty="0">
                <a:latin typeface="Calibri"/>
                <a:cs typeface="Calibri"/>
              </a:rPr>
              <a:t>y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l</a:t>
            </a:r>
            <a:r>
              <a:rPr sz="1700" spc="-15" dirty="0">
                <a:latin typeface="Calibri"/>
                <a:cs typeface="Calibri"/>
              </a:rPr>
              <a:t>i</a:t>
            </a:r>
            <a:r>
              <a:rPr sz="1700" spc="-10" dirty="0">
                <a:latin typeface="Calibri"/>
                <a:cs typeface="Calibri"/>
              </a:rPr>
              <a:t>m</a:t>
            </a:r>
            <a:r>
              <a:rPr sz="1700" spc="-15" dirty="0">
                <a:latin typeface="Calibri"/>
                <a:cs typeface="Calibri"/>
              </a:rPr>
              <a:t>i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-15" dirty="0">
                <a:latin typeface="Calibri"/>
                <a:cs typeface="Calibri"/>
              </a:rPr>
              <a:t>e</a:t>
            </a:r>
            <a:r>
              <a:rPr sz="1700" spc="-10" dirty="0">
                <a:latin typeface="Calibri"/>
                <a:cs typeface="Calibri"/>
              </a:rPr>
              <a:t>d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t</a:t>
            </a:r>
            <a:r>
              <a:rPr sz="1700" spc="-10" dirty="0">
                <a:latin typeface="Calibri"/>
                <a:cs typeface="Calibri"/>
              </a:rPr>
              <a:t>o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b</a:t>
            </a:r>
            <a:r>
              <a:rPr sz="1700" spc="-15" dirty="0">
                <a:latin typeface="Calibri"/>
                <a:cs typeface="Calibri"/>
              </a:rPr>
              <a:t>oo</a:t>
            </a:r>
            <a:r>
              <a:rPr sz="1700" spc="-10" dirty="0">
                <a:latin typeface="Calibri"/>
                <a:cs typeface="Calibri"/>
              </a:rPr>
              <a:t>k</a:t>
            </a:r>
            <a:r>
              <a:rPr sz="1700" spc="-15" dirty="0">
                <a:latin typeface="Calibri"/>
                <a:cs typeface="Calibri"/>
              </a:rPr>
              <a:t>s</a:t>
            </a:r>
            <a:r>
              <a:rPr sz="1700" spc="-5" dirty="0">
                <a:latin typeface="Calibri"/>
                <a:cs typeface="Calibri"/>
              </a:rPr>
              <a:t>, j</a:t>
            </a:r>
            <a:r>
              <a:rPr sz="1700" spc="-1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u</a:t>
            </a:r>
            <a:r>
              <a:rPr sz="1700" spc="-20" dirty="0">
                <a:latin typeface="Calibri"/>
                <a:cs typeface="Calibri"/>
              </a:rPr>
              <a:t>r</a:t>
            </a:r>
            <a:r>
              <a:rPr sz="1700" spc="-10" dirty="0">
                <a:latin typeface="Calibri"/>
                <a:cs typeface="Calibri"/>
              </a:rPr>
              <a:t>n</a:t>
            </a:r>
            <a:r>
              <a:rPr sz="1700" spc="-5" dirty="0">
                <a:latin typeface="Calibri"/>
                <a:cs typeface="Calibri"/>
              </a:rPr>
              <a:t>al </a:t>
            </a:r>
            <a:r>
              <a:rPr sz="1700" spc="-10" dirty="0">
                <a:latin typeface="Calibri"/>
                <a:cs typeface="Calibri"/>
              </a:rPr>
              <a:t>and</a:t>
            </a:r>
            <a:r>
              <a:rPr sz="1700" spc="-15" dirty="0">
                <a:latin typeface="Calibri"/>
                <a:cs typeface="Calibri"/>
              </a:rPr>
              <a:t>/</a:t>
            </a:r>
            <a:r>
              <a:rPr sz="1700" spc="-2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r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</a:t>
            </a:r>
            <a:r>
              <a:rPr sz="1700" spc="-1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nf</a:t>
            </a:r>
            <a:r>
              <a:rPr sz="1700" spc="-15" dirty="0">
                <a:latin typeface="Calibri"/>
                <a:cs typeface="Calibri"/>
              </a:rPr>
              <a:t>ere</a:t>
            </a:r>
            <a:r>
              <a:rPr sz="1700" spc="-20" dirty="0">
                <a:latin typeface="Calibri"/>
                <a:cs typeface="Calibri"/>
              </a:rPr>
              <a:t>n</a:t>
            </a:r>
            <a:r>
              <a:rPr sz="1700" spc="-10" dirty="0">
                <a:latin typeface="Calibri"/>
                <a:cs typeface="Calibri"/>
              </a:rPr>
              <a:t>ce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ar</a:t>
            </a:r>
            <a:r>
              <a:rPr sz="1700" spc="-20" dirty="0">
                <a:latin typeface="Calibri"/>
                <a:cs typeface="Calibri"/>
              </a:rPr>
              <a:t>t</a:t>
            </a:r>
            <a:r>
              <a:rPr sz="1700" spc="-10" dirty="0">
                <a:latin typeface="Calibri"/>
                <a:cs typeface="Calibri"/>
              </a:rPr>
              <a:t>ic</a:t>
            </a:r>
            <a:r>
              <a:rPr sz="1700" spc="-15" dirty="0">
                <a:latin typeface="Calibri"/>
                <a:cs typeface="Calibri"/>
              </a:rPr>
              <a:t>les</a:t>
            </a:r>
            <a:r>
              <a:rPr sz="1700" spc="-5" dirty="0">
                <a:latin typeface="Calibri"/>
                <a:cs typeface="Calibri"/>
              </a:rPr>
              <a:t>,</a:t>
            </a:r>
            <a:r>
              <a:rPr sz="1700" dirty="0">
                <a:latin typeface="Calibri"/>
                <a:cs typeface="Calibri"/>
              </a:rPr>
              <a:t>  </a:t>
            </a:r>
            <a:r>
              <a:rPr sz="1700" spc="-10" dirty="0">
                <a:latin typeface="Calibri"/>
                <a:cs typeface="Calibri"/>
              </a:rPr>
              <a:t>but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al</a:t>
            </a:r>
            <a:r>
              <a:rPr sz="1700" spc="-15" dirty="0">
                <a:latin typeface="Calibri"/>
                <a:cs typeface="Calibri"/>
              </a:rPr>
              <a:t>so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</a:t>
            </a:r>
            <a:r>
              <a:rPr sz="1700" spc="-5" dirty="0">
                <a:latin typeface="Calibri"/>
                <a:cs typeface="Calibri"/>
              </a:rPr>
              <a:t>i</a:t>
            </a:r>
            <a:r>
              <a:rPr sz="1700" spc="-20" dirty="0">
                <a:latin typeface="Calibri"/>
                <a:cs typeface="Calibri"/>
              </a:rPr>
              <a:t>gu</a:t>
            </a:r>
            <a:r>
              <a:rPr sz="1700" spc="-15" dirty="0">
                <a:latin typeface="Calibri"/>
                <a:cs typeface="Calibri"/>
              </a:rPr>
              <a:t>res</a:t>
            </a:r>
            <a:r>
              <a:rPr sz="1700" spc="-5" dirty="0">
                <a:latin typeface="Calibri"/>
                <a:cs typeface="Calibri"/>
              </a:rPr>
              <a:t>,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il</a:t>
            </a:r>
            <a:r>
              <a:rPr sz="1700" spc="-10" dirty="0">
                <a:latin typeface="Calibri"/>
                <a:cs typeface="Calibri"/>
              </a:rPr>
              <a:t>lu</a:t>
            </a:r>
            <a:r>
              <a:rPr sz="1700" spc="-15" dirty="0">
                <a:latin typeface="Calibri"/>
                <a:cs typeface="Calibri"/>
              </a:rPr>
              <a:t>s</a:t>
            </a:r>
            <a:r>
              <a:rPr sz="1700" spc="-20" dirty="0">
                <a:latin typeface="Calibri"/>
                <a:cs typeface="Calibri"/>
              </a:rPr>
              <a:t>t</a:t>
            </a:r>
            <a:r>
              <a:rPr sz="1700" spc="-15" dirty="0">
                <a:latin typeface="Calibri"/>
                <a:cs typeface="Calibri"/>
              </a:rPr>
              <a:t>ra</a:t>
            </a:r>
            <a:r>
              <a:rPr sz="1700" spc="-10" dirty="0">
                <a:latin typeface="Calibri"/>
                <a:cs typeface="Calibri"/>
              </a:rPr>
              <a:t>t</a:t>
            </a:r>
            <a:r>
              <a:rPr sz="1700" spc="-15" dirty="0">
                <a:latin typeface="Calibri"/>
                <a:cs typeface="Calibri"/>
              </a:rPr>
              <a:t>io</a:t>
            </a:r>
            <a:r>
              <a:rPr sz="1700" spc="-10" dirty="0">
                <a:latin typeface="Calibri"/>
                <a:cs typeface="Calibri"/>
              </a:rPr>
              <a:t>n</a:t>
            </a:r>
            <a:r>
              <a:rPr sz="1700" spc="-15" dirty="0">
                <a:latin typeface="Calibri"/>
                <a:cs typeface="Calibri"/>
              </a:rPr>
              <a:t>s</a:t>
            </a:r>
            <a:r>
              <a:rPr sz="1700" spc="-5" dirty="0">
                <a:latin typeface="Calibri"/>
                <a:cs typeface="Calibri"/>
              </a:rPr>
              <a:t>, </a:t>
            </a:r>
            <a:r>
              <a:rPr sz="1700" spc="-1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r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g</a:t>
            </a:r>
            <a:r>
              <a:rPr sz="1700" spc="-15" dirty="0">
                <a:latin typeface="Calibri"/>
                <a:cs typeface="Calibri"/>
              </a:rPr>
              <a:t>r</a:t>
            </a:r>
            <a:r>
              <a:rPr sz="1700" spc="-5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ph</a:t>
            </a:r>
            <a:r>
              <a:rPr sz="1700" spc="-15" dirty="0">
                <a:latin typeface="Calibri"/>
                <a:cs typeface="Calibri"/>
              </a:rPr>
              <a:t>i</a:t>
            </a:r>
            <a:r>
              <a:rPr sz="1700" spc="-10" dirty="0">
                <a:latin typeface="Calibri"/>
                <a:cs typeface="Calibri"/>
              </a:rPr>
              <a:t>cal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ma</a:t>
            </a:r>
            <a:r>
              <a:rPr sz="1700" spc="-20" dirty="0">
                <a:latin typeface="Calibri"/>
                <a:cs typeface="Calibri"/>
              </a:rPr>
              <a:t>t</a:t>
            </a:r>
            <a:r>
              <a:rPr sz="1700" spc="-15" dirty="0">
                <a:latin typeface="Calibri"/>
                <a:cs typeface="Calibri"/>
              </a:rPr>
              <a:t>eri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700" spc="-15" dirty="0">
                <a:latin typeface="Calibri"/>
                <a:cs typeface="Calibri"/>
              </a:rPr>
              <a:t>l</a:t>
            </a:r>
            <a:r>
              <a:rPr sz="1700" spc="-10" dirty="0">
                <a:latin typeface="Calibri"/>
                <a:cs typeface="Calibri"/>
              </a:rPr>
              <a:t>s</a:t>
            </a:r>
            <a:r>
              <a:rPr sz="1700" spc="-5" dirty="0">
                <a:latin typeface="Calibri"/>
                <a:cs typeface="Calibri"/>
              </a:rPr>
              <a:t> e</a:t>
            </a:r>
            <a:r>
              <a:rPr sz="1700" spc="-15" dirty="0">
                <a:latin typeface="Calibri"/>
                <a:cs typeface="Calibri"/>
              </a:rPr>
              <a:t>i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700" spc="-10" dirty="0">
                <a:latin typeface="Calibri"/>
                <a:cs typeface="Calibri"/>
              </a:rPr>
              <a:t>h</a:t>
            </a:r>
            <a:r>
              <a:rPr sz="1700" spc="-15" dirty="0">
                <a:latin typeface="Calibri"/>
                <a:cs typeface="Calibri"/>
              </a:rPr>
              <a:t>e</a:t>
            </a:r>
            <a:r>
              <a:rPr sz="1700" spc="-10" dirty="0">
                <a:latin typeface="Calibri"/>
                <a:cs typeface="Calibri"/>
              </a:rPr>
              <a:t>r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</a:t>
            </a:r>
            <a:r>
              <a:rPr sz="1700" spc="-15" dirty="0">
                <a:latin typeface="Calibri"/>
                <a:cs typeface="Calibri"/>
              </a:rPr>
              <a:t>ire</a:t>
            </a:r>
            <a:r>
              <a:rPr sz="1700" spc="-10" dirty="0">
                <a:latin typeface="Calibri"/>
                <a:cs typeface="Calibri"/>
              </a:rPr>
              <a:t>ct</a:t>
            </a:r>
            <a:r>
              <a:rPr sz="1700" spc="-15" dirty="0">
                <a:latin typeface="Calibri"/>
                <a:cs typeface="Calibri"/>
              </a:rPr>
              <a:t>l</a:t>
            </a:r>
            <a:r>
              <a:rPr sz="1700" spc="-10" dirty="0">
                <a:latin typeface="Calibri"/>
                <a:cs typeface="Calibri"/>
              </a:rPr>
              <a:t>y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r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</a:t>
            </a:r>
            <a:r>
              <a:rPr sz="1700" spc="-25" dirty="0">
                <a:latin typeface="Calibri"/>
                <a:cs typeface="Calibri"/>
              </a:rPr>
              <a:t>o</a:t>
            </a:r>
            <a:r>
              <a:rPr sz="1700" spc="-10" dirty="0">
                <a:latin typeface="Calibri"/>
                <a:cs typeface="Calibri"/>
              </a:rPr>
              <a:t>di</a:t>
            </a:r>
            <a:r>
              <a:rPr sz="1700" spc="-15" dirty="0">
                <a:latin typeface="Calibri"/>
                <a:cs typeface="Calibri"/>
              </a:rPr>
              <a:t>fi</a:t>
            </a:r>
            <a:r>
              <a:rPr sz="1700" spc="-5" dirty="0">
                <a:latin typeface="Calibri"/>
                <a:cs typeface="Calibri"/>
              </a:rPr>
              <a:t>e</a:t>
            </a:r>
            <a:r>
              <a:rPr sz="1700" spc="-10" dirty="0">
                <a:latin typeface="Calibri"/>
                <a:cs typeface="Calibri"/>
              </a:rPr>
              <a:t>d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f</a:t>
            </a:r>
            <a:r>
              <a:rPr sz="1700" spc="-15" dirty="0">
                <a:latin typeface="Calibri"/>
                <a:cs typeface="Calibri"/>
              </a:rPr>
              <a:t>orm.</a:t>
            </a:r>
            <a:endParaRPr sz="17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30"/>
              </a:spcBef>
            </a:pPr>
            <a:r>
              <a:rPr sz="1650" spc="10" dirty="0">
                <a:latin typeface="Calibri"/>
                <a:cs typeface="Calibri"/>
              </a:rPr>
              <a:t>In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er</a:t>
            </a:r>
            <a:r>
              <a:rPr sz="1650" spc="15" dirty="0">
                <a:latin typeface="Calibri"/>
                <a:cs typeface="Calibri"/>
              </a:rPr>
              <a:t>n</a:t>
            </a:r>
            <a:r>
              <a:rPr sz="1650" spc="10" dirty="0">
                <a:latin typeface="Calibri"/>
                <a:cs typeface="Calibri"/>
              </a:rPr>
              <a:t>et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si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es,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c</a:t>
            </a:r>
            <a:r>
              <a:rPr sz="1650" dirty="0">
                <a:latin typeface="Calibri"/>
                <a:cs typeface="Calibri"/>
              </a:rPr>
              <a:t>o</a:t>
            </a:r>
            <a:r>
              <a:rPr sz="1650" spc="30" dirty="0">
                <a:latin typeface="Calibri"/>
                <a:cs typeface="Calibri"/>
              </a:rPr>
              <a:t>m</a:t>
            </a:r>
            <a:r>
              <a:rPr sz="1650" spc="15" dirty="0">
                <a:latin typeface="Calibri"/>
                <a:cs typeface="Calibri"/>
              </a:rPr>
              <a:t>pu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0" dirty="0">
                <a:latin typeface="Calibri"/>
                <a:cs typeface="Calibri"/>
              </a:rPr>
              <a:t>er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sof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20" dirty="0">
                <a:latin typeface="Calibri"/>
                <a:cs typeface="Calibri"/>
              </a:rPr>
              <a:t>wa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dirty="0">
                <a:latin typeface="Calibri"/>
                <a:cs typeface="Calibri"/>
              </a:rPr>
              <a:t>e</a:t>
            </a:r>
            <a:r>
              <a:rPr sz="1650" spc="5" dirty="0">
                <a:latin typeface="Calibri"/>
                <a:cs typeface="Calibri"/>
              </a:rPr>
              <a:t>,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20" dirty="0">
                <a:latin typeface="Calibri"/>
                <a:cs typeface="Calibri"/>
              </a:rPr>
              <a:t>w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0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15" dirty="0">
                <a:latin typeface="Calibri"/>
                <a:cs typeface="Calibri"/>
              </a:rPr>
              <a:t>nd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e-</a:t>
            </a:r>
            <a:r>
              <a:rPr sz="1650" spc="20" dirty="0">
                <a:latin typeface="Calibri"/>
                <a:cs typeface="Calibri"/>
              </a:rPr>
              <a:t>ma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5" dirty="0">
                <a:latin typeface="Calibri"/>
                <a:cs typeface="Calibri"/>
              </a:rPr>
              <a:t>l </a:t>
            </a:r>
            <a:r>
              <a:rPr sz="1650" spc="10" dirty="0">
                <a:latin typeface="Calibri"/>
                <a:cs typeface="Calibri"/>
              </a:rPr>
              <a:t>c</a:t>
            </a:r>
            <a:r>
              <a:rPr sz="1650" spc="5" dirty="0">
                <a:latin typeface="Calibri"/>
                <a:cs typeface="Calibri"/>
              </a:rPr>
              <a:t>or</a:t>
            </a:r>
            <a:r>
              <a:rPr sz="1650" dirty="0">
                <a:latin typeface="Calibri"/>
                <a:cs typeface="Calibri"/>
              </a:rPr>
              <a:t>r</a:t>
            </a:r>
            <a:r>
              <a:rPr sz="1650" spc="5" dirty="0">
                <a:latin typeface="Calibri"/>
                <a:cs typeface="Calibri"/>
              </a:rPr>
              <a:t>es</a:t>
            </a:r>
            <a:r>
              <a:rPr sz="1650" spc="15" dirty="0">
                <a:latin typeface="Calibri"/>
                <a:cs typeface="Calibri"/>
              </a:rPr>
              <a:t>p</a:t>
            </a:r>
            <a:r>
              <a:rPr sz="1650" spc="10" dirty="0">
                <a:latin typeface="Calibri"/>
                <a:cs typeface="Calibri"/>
              </a:rPr>
              <a:t>o</a:t>
            </a:r>
            <a:r>
              <a:rPr sz="1650" spc="15" dirty="0">
                <a:latin typeface="Calibri"/>
                <a:cs typeface="Calibri"/>
              </a:rPr>
              <a:t>nd</a:t>
            </a:r>
            <a:r>
              <a:rPr sz="1650" spc="10" dirty="0">
                <a:latin typeface="Calibri"/>
                <a:cs typeface="Calibri"/>
              </a:rPr>
              <a:t>e</a:t>
            </a:r>
            <a:r>
              <a:rPr sz="1650" spc="5" dirty="0">
                <a:latin typeface="Calibri"/>
                <a:cs typeface="Calibri"/>
              </a:rPr>
              <a:t>n</a:t>
            </a:r>
            <a:r>
              <a:rPr sz="1650" spc="15" dirty="0">
                <a:latin typeface="Calibri"/>
                <a:cs typeface="Calibri"/>
              </a:rPr>
              <a:t>ce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spc="15" dirty="0">
                <a:latin typeface="Calibri"/>
                <a:cs typeface="Calibri"/>
              </a:rPr>
              <a:t>ha</a:t>
            </a:r>
            <a:r>
              <a:rPr sz="1650" spc="-5" dirty="0">
                <a:latin typeface="Calibri"/>
                <a:cs typeface="Calibri"/>
              </a:rPr>
              <a:t>l</a:t>
            </a:r>
            <a:r>
              <a:rPr sz="1650" spc="5" dirty="0">
                <a:latin typeface="Calibri"/>
                <a:cs typeface="Calibri"/>
              </a:rPr>
              <a:t>l </a:t>
            </a:r>
            <a:r>
              <a:rPr sz="1700" spc="-20" dirty="0">
                <a:latin typeface="Calibri"/>
                <a:cs typeface="Calibri"/>
              </a:rPr>
              <a:t>b</a:t>
            </a:r>
            <a:r>
              <a:rPr sz="1700" spc="-10" dirty="0">
                <a:latin typeface="Calibri"/>
                <a:cs typeface="Calibri"/>
              </a:rPr>
              <a:t>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u</a:t>
            </a:r>
            <a:r>
              <a:rPr sz="1700" spc="-15" dirty="0">
                <a:latin typeface="Calibri"/>
                <a:cs typeface="Calibri"/>
              </a:rPr>
              <a:t>s</a:t>
            </a:r>
            <a:r>
              <a:rPr sz="1700" spc="-5" dirty="0">
                <a:latin typeface="Calibri"/>
                <a:cs typeface="Calibri"/>
              </a:rPr>
              <a:t>e</a:t>
            </a:r>
            <a:r>
              <a:rPr sz="1700" spc="-10" dirty="0">
                <a:latin typeface="Calibri"/>
                <a:cs typeface="Calibri"/>
              </a:rPr>
              <a:t>d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5" dirty="0">
                <a:latin typeface="Calibri"/>
                <a:cs typeface="Calibri"/>
              </a:rPr>
              <a:t>wi</a:t>
            </a:r>
            <a:r>
              <a:rPr sz="1700" spc="-10" dirty="0">
                <a:latin typeface="Calibri"/>
                <a:cs typeface="Calibri"/>
              </a:rPr>
              <a:t>th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</a:t>
            </a:r>
            <a:r>
              <a:rPr sz="1700" spc="-5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r</a:t>
            </a:r>
            <a:r>
              <a:rPr sz="1700" spc="-15" dirty="0">
                <a:latin typeface="Calibri"/>
                <a:cs typeface="Calibri"/>
              </a:rPr>
              <a:t>e.</a:t>
            </a:r>
            <a:endParaRPr sz="1700" dirty="0">
              <a:latin typeface="Calibri"/>
              <a:cs typeface="Calibri"/>
            </a:endParaRPr>
          </a:p>
          <a:p>
            <a:pPr marL="12700" marR="778510">
              <a:lnSpc>
                <a:spcPct val="102499"/>
              </a:lnSpc>
              <a:spcBef>
                <a:spcPts val="450"/>
              </a:spcBef>
            </a:pPr>
            <a:r>
              <a:rPr sz="1650" spc="15" dirty="0">
                <a:latin typeface="Calibri"/>
                <a:cs typeface="Calibri"/>
              </a:rPr>
              <a:t>R</a:t>
            </a:r>
            <a:r>
              <a:rPr sz="1650" spc="10" dirty="0">
                <a:latin typeface="Calibri"/>
                <a:cs typeface="Calibri"/>
              </a:rPr>
              <a:t>e</a:t>
            </a:r>
            <a:r>
              <a:rPr sz="1650" dirty="0">
                <a:latin typeface="Calibri"/>
                <a:cs typeface="Calibri"/>
              </a:rPr>
              <a:t>f</a:t>
            </a:r>
            <a:r>
              <a:rPr sz="1650" spc="20" dirty="0">
                <a:latin typeface="Calibri"/>
                <a:cs typeface="Calibri"/>
              </a:rPr>
              <a:t>e</a:t>
            </a:r>
            <a:r>
              <a:rPr sz="1650" dirty="0">
                <a:latin typeface="Calibri"/>
                <a:cs typeface="Calibri"/>
              </a:rPr>
              <a:t>r</a:t>
            </a:r>
            <a:r>
              <a:rPr sz="1650" spc="10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nc</a:t>
            </a:r>
            <a:r>
              <a:rPr sz="1650" spc="10" dirty="0">
                <a:latin typeface="Calibri"/>
                <a:cs typeface="Calibri"/>
              </a:rPr>
              <a:t>es</a:t>
            </a:r>
            <a:r>
              <a:rPr sz="1650" spc="5" dirty="0">
                <a:latin typeface="Calibri"/>
                <a:cs typeface="Calibri"/>
              </a:rPr>
              <a:t> s</a:t>
            </a:r>
            <a:r>
              <a:rPr sz="1650" spc="15" dirty="0">
                <a:latin typeface="Calibri"/>
                <a:cs typeface="Calibri"/>
              </a:rPr>
              <a:t>h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-5" dirty="0">
                <a:latin typeface="Calibri"/>
                <a:cs typeface="Calibri"/>
              </a:rPr>
              <a:t>l</a:t>
            </a:r>
            <a:r>
              <a:rPr sz="1650" spc="5" dirty="0">
                <a:latin typeface="Calibri"/>
                <a:cs typeface="Calibri"/>
              </a:rPr>
              <a:t>l </a:t>
            </a:r>
            <a:r>
              <a:rPr sz="1650" spc="15" dirty="0">
                <a:latin typeface="Calibri"/>
                <a:cs typeface="Calibri"/>
              </a:rPr>
              <a:t>be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in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5" dirty="0">
                <a:latin typeface="Calibri"/>
                <a:cs typeface="Calibri"/>
              </a:rPr>
              <a:t>n</a:t>
            </a:r>
            <a:r>
              <a:rPr sz="1650" spc="15" dirty="0">
                <a:latin typeface="Calibri"/>
                <a:cs typeface="Calibri"/>
              </a:rPr>
              <a:t>y </a:t>
            </a:r>
            <a:r>
              <a:rPr sz="1650" spc="10" dirty="0">
                <a:latin typeface="Calibri"/>
                <a:cs typeface="Calibri"/>
              </a:rPr>
              <a:t>case </a:t>
            </a:r>
            <a:r>
              <a:rPr sz="1650" spc="20" dirty="0">
                <a:latin typeface="Calibri"/>
                <a:cs typeface="Calibri"/>
              </a:rPr>
              <a:t>“</a:t>
            </a:r>
            <a:r>
              <a:rPr sz="1650" b="1" spc="10" dirty="0">
                <a:latin typeface="Calibri"/>
                <a:cs typeface="Calibri"/>
              </a:rPr>
              <a:t>t</a:t>
            </a:r>
            <a:r>
              <a:rPr sz="1650" b="1" spc="5" dirty="0">
                <a:latin typeface="Calibri"/>
                <a:cs typeface="Calibri"/>
              </a:rPr>
              <a:t>r</a:t>
            </a:r>
            <a:r>
              <a:rPr sz="1650" b="1" spc="15" dirty="0">
                <a:latin typeface="Calibri"/>
                <a:cs typeface="Calibri"/>
              </a:rPr>
              <a:t>ac</a:t>
            </a:r>
            <a:r>
              <a:rPr sz="1650" b="1" spc="10" dirty="0">
                <a:latin typeface="Calibri"/>
                <a:cs typeface="Calibri"/>
              </a:rPr>
              <a:t>eabl</a:t>
            </a:r>
            <a:r>
              <a:rPr sz="1650" b="1" spc="25" dirty="0">
                <a:latin typeface="Calibri"/>
                <a:cs typeface="Calibri"/>
              </a:rPr>
              <a:t>e</a:t>
            </a:r>
            <a:r>
              <a:rPr sz="1650" spc="10" dirty="0">
                <a:latin typeface="Calibri"/>
                <a:cs typeface="Calibri"/>
              </a:rPr>
              <a:t>”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5" dirty="0">
                <a:latin typeface="Calibri"/>
                <a:cs typeface="Calibri"/>
              </a:rPr>
              <a:t>.</a:t>
            </a:r>
            <a:r>
              <a:rPr sz="1650" dirty="0">
                <a:latin typeface="Calibri"/>
                <a:cs typeface="Calibri"/>
              </a:rPr>
              <a:t>e</a:t>
            </a:r>
            <a:r>
              <a:rPr sz="1650" spc="5" dirty="0">
                <a:latin typeface="Calibri"/>
                <a:cs typeface="Calibri"/>
              </a:rPr>
              <a:t>.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in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5" dirty="0">
                <a:latin typeface="Calibri"/>
                <a:cs typeface="Calibri"/>
              </a:rPr>
              <a:t>a way 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5" dirty="0">
                <a:latin typeface="Calibri"/>
                <a:cs typeface="Calibri"/>
              </a:rPr>
              <a:t>h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o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5" dirty="0">
                <a:latin typeface="Calibri"/>
                <a:cs typeface="Calibri"/>
              </a:rPr>
              <a:t>h</a:t>
            </a:r>
            <a:r>
              <a:rPr sz="1650" spc="5" dirty="0">
                <a:latin typeface="Calibri"/>
                <a:cs typeface="Calibri"/>
              </a:rPr>
              <a:t>er</a:t>
            </a:r>
            <a:r>
              <a:rPr sz="1650" dirty="0">
                <a:latin typeface="Calibri"/>
                <a:cs typeface="Calibri"/>
              </a:rPr>
              <a:t> r</a:t>
            </a:r>
            <a:r>
              <a:rPr sz="1650" spc="10" dirty="0">
                <a:latin typeface="Calibri"/>
                <a:cs typeface="Calibri"/>
              </a:rPr>
              <a:t>ese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spc="15" dirty="0">
                <a:latin typeface="Calibri"/>
                <a:cs typeface="Calibri"/>
              </a:rPr>
              <a:t>ch</a:t>
            </a:r>
            <a:r>
              <a:rPr sz="1650" spc="10" dirty="0">
                <a:latin typeface="Calibri"/>
                <a:cs typeface="Calibri"/>
              </a:rPr>
              <a:t>e</a:t>
            </a:r>
            <a:r>
              <a:rPr sz="1650" dirty="0">
                <a:latin typeface="Calibri"/>
                <a:cs typeface="Calibri"/>
              </a:rPr>
              <a:t>r</a:t>
            </a:r>
            <a:r>
              <a:rPr sz="1650" spc="10" dirty="0">
                <a:latin typeface="Calibri"/>
                <a:cs typeface="Calibri"/>
              </a:rPr>
              <a:t>s</a:t>
            </a:r>
            <a:r>
              <a:rPr sz="1650" spc="15" dirty="0">
                <a:latin typeface="Calibri"/>
                <a:cs typeface="Calibri"/>
              </a:rPr>
              <a:t> can</a:t>
            </a:r>
            <a:r>
              <a:rPr sz="1650" spc="5" dirty="0">
                <a:latin typeface="Calibri"/>
                <a:cs typeface="Calibri"/>
              </a:rPr>
              <a:t> fin</a:t>
            </a:r>
            <a:r>
              <a:rPr sz="1650" spc="15" dirty="0">
                <a:latin typeface="Calibri"/>
                <a:cs typeface="Calibri"/>
              </a:rPr>
              <a:t>d 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5" dirty="0">
                <a:latin typeface="Calibri"/>
                <a:cs typeface="Calibri"/>
              </a:rPr>
              <a:t>he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c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te</a:t>
            </a:r>
            <a:r>
              <a:rPr sz="1650" spc="15" dirty="0">
                <a:latin typeface="Calibri"/>
                <a:cs typeface="Calibri"/>
              </a:rPr>
              <a:t>d</a:t>
            </a:r>
            <a:r>
              <a:rPr sz="1650" spc="5" dirty="0">
                <a:latin typeface="Calibri"/>
                <a:cs typeface="Calibri"/>
              </a:rPr>
              <a:t> re</a:t>
            </a:r>
            <a:r>
              <a:rPr sz="1650" spc="10" dirty="0">
                <a:latin typeface="Calibri"/>
                <a:cs typeface="Calibri"/>
              </a:rPr>
              <a:t>f</a:t>
            </a:r>
            <a:r>
              <a:rPr sz="1650" dirty="0">
                <a:latin typeface="Calibri"/>
                <a:cs typeface="Calibri"/>
              </a:rPr>
              <a:t>e</a:t>
            </a:r>
            <a:r>
              <a:rPr sz="1650" spc="5" dirty="0">
                <a:latin typeface="Calibri"/>
                <a:cs typeface="Calibri"/>
              </a:rPr>
              <a:t>re</a:t>
            </a:r>
            <a:r>
              <a:rPr sz="1650" spc="15" dirty="0">
                <a:latin typeface="Calibri"/>
                <a:cs typeface="Calibri"/>
              </a:rPr>
              <a:t>nc</a:t>
            </a:r>
            <a:r>
              <a:rPr sz="1650" spc="5" dirty="0">
                <a:latin typeface="Calibri"/>
                <a:cs typeface="Calibri"/>
              </a:rPr>
              <a:t>es.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650" spc="10" dirty="0">
                <a:latin typeface="Calibri"/>
                <a:cs typeface="Calibri"/>
              </a:rPr>
              <a:t>In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er</a:t>
            </a:r>
            <a:r>
              <a:rPr sz="1650" spc="15" dirty="0">
                <a:latin typeface="Calibri"/>
                <a:cs typeface="Calibri"/>
              </a:rPr>
              <a:t>n</a:t>
            </a:r>
            <a:r>
              <a:rPr sz="1650" spc="10" dirty="0">
                <a:latin typeface="Calibri"/>
                <a:cs typeface="Calibri"/>
              </a:rPr>
              <a:t>et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si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0" dirty="0">
                <a:latin typeface="Calibri"/>
                <a:cs typeface="Calibri"/>
              </a:rPr>
              <a:t>es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spc="15" dirty="0">
                <a:latin typeface="Calibri"/>
                <a:cs typeface="Calibri"/>
              </a:rPr>
              <a:t>e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5" dirty="0">
                <a:latin typeface="Calibri"/>
                <a:cs typeface="Calibri"/>
              </a:rPr>
              <a:t>n</a:t>
            </a:r>
            <a:r>
              <a:rPr sz="1650" spc="10" dirty="0">
                <a:latin typeface="Calibri"/>
                <a:cs typeface="Calibri"/>
              </a:rPr>
              <a:t>ot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5" dirty="0">
                <a:latin typeface="Calibri"/>
                <a:cs typeface="Calibri"/>
              </a:rPr>
              <a:t>u</a:t>
            </a:r>
            <a:r>
              <a:rPr sz="1650" spc="5" dirty="0">
                <a:latin typeface="Calibri"/>
                <a:cs typeface="Calibri"/>
              </a:rPr>
              <a:t>su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-5" dirty="0">
                <a:latin typeface="Calibri"/>
                <a:cs typeface="Calibri"/>
              </a:rPr>
              <a:t>l</a:t>
            </a:r>
            <a:r>
              <a:rPr sz="1650" spc="10" dirty="0">
                <a:latin typeface="Calibri"/>
                <a:cs typeface="Calibri"/>
              </a:rPr>
              <a:t>ly e</a:t>
            </a:r>
            <a:r>
              <a:rPr sz="1650" spc="15" dirty="0">
                <a:latin typeface="Calibri"/>
                <a:cs typeface="Calibri"/>
              </a:rPr>
              <a:t>d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d and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30" dirty="0">
                <a:latin typeface="Calibri"/>
                <a:cs typeface="Calibri"/>
              </a:rPr>
              <a:t>m</a:t>
            </a:r>
            <a:r>
              <a:rPr sz="1650" spc="10" dirty="0">
                <a:latin typeface="Calibri"/>
                <a:cs typeface="Calibri"/>
              </a:rPr>
              <a:t>ain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5" dirty="0">
                <a:latin typeface="Calibri"/>
                <a:cs typeface="Calibri"/>
              </a:rPr>
              <a:t>n</a:t>
            </a:r>
            <a:r>
              <a:rPr sz="1650" spc="10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d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for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“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ra</a:t>
            </a:r>
            <a:r>
              <a:rPr sz="1650" spc="10" dirty="0">
                <a:latin typeface="Calibri"/>
                <a:cs typeface="Calibri"/>
              </a:rPr>
              <a:t>ce</a:t>
            </a:r>
            <a:r>
              <a:rPr sz="1650" spc="20" dirty="0">
                <a:latin typeface="Calibri"/>
                <a:cs typeface="Calibri"/>
              </a:rPr>
              <a:t>a</a:t>
            </a:r>
            <a:r>
              <a:rPr sz="1650" spc="15" dirty="0">
                <a:latin typeface="Calibri"/>
                <a:cs typeface="Calibri"/>
              </a:rPr>
              <a:t>b</a:t>
            </a:r>
            <a:r>
              <a:rPr sz="1650" spc="-5" dirty="0">
                <a:latin typeface="Calibri"/>
                <a:cs typeface="Calibri"/>
              </a:rPr>
              <a:t>il</a:t>
            </a:r>
            <a:r>
              <a:rPr sz="1650" spc="5" dirty="0">
                <a:latin typeface="Calibri"/>
                <a:cs typeface="Calibri"/>
              </a:rPr>
              <a:t>i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0" dirty="0">
                <a:latin typeface="Calibri"/>
                <a:cs typeface="Calibri"/>
              </a:rPr>
              <a:t>y.”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3810" y="4200916"/>
            <a:ext cx="113664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65" dirty="0">
                <a:latin typeface="Calibri"/>
                <a:cs typeface="Calibri"/>
              </a:rPr>
              <a:t>–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3810" y="4776226"/>
            <a:ext cx="113664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65" dirty="0">
                <a:latin typeface="Calibri"/>
                <a:cs typeface="Calibri"/>
              </a:rPr>
              <a:t>–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3810" y="5350266"/>
            <a:ext cx="113664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65" dirty="0">
                <a:latin typeface="Calibri"/>
                <a:cs typeface="Calibri"/>
              </a:rPr>
              <a:t>–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6A4360EA-A399-442F-8076-7FC233B31DB5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C</a:t>
            </a:r>
            <a:r>
              <a:rPr spc="-10"/>
              <a:t>iti</a:t>
            </a:r>
            <a:r>
              <a:rPr spc="-5"/>
              <a:t>n</a:t>
            </a:r>
            <a:r>
              <a:t>g</a:t>
            </a:r>
            <a:r>
              <a:rPr spc="-15"/>
              <a:t> </a:t>
            </a:r>
            <a:r>
              <a:rPr spc="-25"/>
              <a:t>Ref</a:t>
            </a:r>
            <a:r>
              <a:rPr spc="-15"/>
              <a:t>e</a:t>
            </a:r>
            <a:r>
              <a:rPr spc="-25"/>
              <a:t>rences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32740" y="1588469"/>
            <a:ext cx="11557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0" dirty="0">
                <a:latin typeface="Trebuchet MS"/>
                <a:cs typeface="Trebuchet MS"/>
              </a:rPr>
              <a:t>•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940" y="1615439"/>
            <a:ext cx="155765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3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1" y="1962150"/>
            <a:ext cx="8184514" cy="2607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lang="en-US" sz="1800" spc="-15" dirty="0">
                <a:latin typeface="Calibri"/>
                <a:cs typeface="Calibri"/>
              </a:rPr>
              <a:t>- </a:t>
            </a:r>
            <a:r>
              <a:rPr sz="1800" spc="-15" dirty="0">
                <a:latin typeface="Calibri"/>
                <a:cs typeface="Calibri"/>
              </a:rPr>
              <a:t>Ment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s)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s)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 s</a:t>
            </a: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 pub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5" dirty="0">
                <a:latin typeface="Calibri"/>
                <a:cs typeface="Calibri"/>
              </a:rPr>
              <a:t>ic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 p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re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ro</a:t>
            </a:r>
            <a:r>
              <a:rPr sz="1800" spc="-15" dirty="0">
                <a:latin typeface="Calibri"/>
                <a:cs typeface="Calibri"/>
              </a:rPr>
              <a:t>w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</a:t>
            </a:r>
            <a:r>
              <a:rPr sz="1800" spc="-5" dirty="0">
                <a:latin typeface="Calibri"/>
                <a:cs typeface="Calibri"/>
              </a:rPr>
              <a:t> a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198</a:t>
            </a:r>
            <a:r>
              <a:rPr sz="1800" spc="-5" dirty="0">
                <a:latin typeface="Calibri"/>
                <a:cs typeface="Calibri"/>
              </a:rPr>
              <a:t>9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s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k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im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0" dirty="0">
                <a:latin typeface="Calibri"/>
                <a:cs typeface="Calibri"/>
              </a:rPr>
              <a:t>re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”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hu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mo</a:t>
            </a:r>
            <a:r>
              <a:rPr sz="1800" spc="-10" dirty="0">
                <a:latin typeface="Calibri"/>
                <a:cs typeface="Calibri"/>
              </a:rPr>
              <a:t>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25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i="1" spc="-15" dirty="0">
                <a:latin typeface="Calibri"/>
                <a:cs typeface="Calibri"/>
              </a:rPr>
              <a:t>e</a:t>
            </a:r>
            <a:r>
              <a:rPr sz="1800" i="1" spc="-10" dirty="0">
                <a:latin typeface="Calibri"/>
                <a:cs typeface="Calibri"/>
              </a:rPr>
              <a:t>t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a</a:t>
            </a:r>
            <a:r>
              <a:rPr sz="1800" i="1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.)</a:t>
            </a:r>
          </a:p>
          <a:p>
            <a:pPr marL="12700" marR="146685">
              <a:lnSpc>
                <a:spcPts val="1939"/>
              </a:lnSpc>
              <a:spcBef>
                <a:spcPts val="625"/>
              </a:spcBef>
            </a:pPr>
            <a:r>
              <a:rPr lang="en-US" sz="1800" spc="-15" dirty="0">
                <a:latin typeface="Calibri"/>
                <a:cs typeface="Calibri"/>
              </a:rPr>
              <a:t>- </a:t>
            </a:r>
            <a:r>
              <a:rPr sz="1800" spc="-15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iv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t</a:t>
            </a:r>
            <a:r>
              <a:rPr sz="1800" spc="-10" dirty="0">
                <a:latin typeface="Calibri"/>
                <a:cs typeface="Calibri"/>
              </a:rPr>
              <a:t>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s)</a:t>
            </a:r>
            <a:r>
              <a:rPr sz="1800" spc="-5" dirty="0">
                <a:latin typeface="Calibri"/>
                <a:cs typeface="Calibri"/>
              </a:rPr>
              <a:t> a</a:t>
            </a:r>
            <a:r>
              <a:rPr sz="1800" dirty="0">
                <a:latin typeface="Calibri"/>
                <a:cs typeface="Calibri"/>
              </a:rPr>
              <a:t>nd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he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ct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d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i</a:t>
            </a:r>
            <a:r>
              <a:rPr sz="1800" dirty="0">
                <a:latin typeface="Calibri"/>
                <a:cs typeface="Calibri"/>
              </a:rPr>
              <a:t>n p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eg</a:t>
            </a:r>
            <a:r>
              <a:rPr sz="1800" dirty="0">
                <a:latin typeface="Calibri"/>
                <a:cs typeface="Calibri"/>
              </a:rPr>
              <a:t> “I</a:t>
            </a:r>
            <a:r>
              <a:rPr sz="1800" spc="-1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o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s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k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</a:t>
            </a:r>
            <a:r>
              <a:rPr sz="1800" spc="-10" dirty="0">
                <a:latin typeface="Calibri"/>
                <a:cs typeface="Calibri"/>
              </a:rPr>
              <a:t>ere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vio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sl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w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l,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19</a:t>
            </a:r>
            <a:r>
              <a:rPr sz="1800" spc="-5" dirty="0">
                <a:latin typeface="Calibri"/>
                <a:cs typeface="Calibri"/>
              </a:rPr>
              <a:t>89</a:t>
            </a:r>
            <a:r>
              <a:rPr sz="1800" spc="-10" dirty="0">
                <a:latin typeface="Calibri"/>
                <a:cs typeface="Calibri"/>
              </a:rPr>
              <a:t>)</a:t>
            </a:r>
            <a:r>
              <a:rPr sz="1800" dirty="0">
                <a:latin typeface="Calibri"/>
                <a:cs typeface="Calibri"/>
              </a:rPr>
              <a:t>.</a:t>
            </a:r>
          </a:p>
          <a:p>
            <a:pPr marL="12700" marR="387350">
              <a:lnSpc>
                <a:spcPts val="1939"/>
              </a:lnSpc>
              <a:spcBef>
                <a:spcPts val="610"/>
              </a:spcBef>
            </a:pPr>
            <a:r>
              <a:rPr lang="en-US" sz="1800" spc="-10" dirty="0">
                <a:latin typeface="Calibri"/>
                <a:cs typeface="Calibri"/>
              </a:rPr>
              <a:t>- </a:t>
            </a:r>
            <a:r>
              <a:rPr sz="1800" spc="-10" dirty="0">
                <a:latin typeface="Calibri"/>
                <a:cs typeface="Calibri"/>
              </a:rPr>
              <a:t>Qu</a:t>
            </a:r>
            <a:r>
              <a:rPr sz="1800" spc="-5" dirty="0">
                <a:latin typeface="Calibri"/>
                <a:cs typeface="Calibri"/>
              </a:rPr>
              <a:t>ot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xa</a:t>
            </a:r>
            <a:r>
              <a:rPr sz="1800" spc="-15" dirty="0">
                <a:latin typeface="Calibri"/>
                <a:cs typeface="Calibri"/>
              </a:rPr>
              <a:t>ct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5" dirty="0">
                <a:latin typeface="Calibri"/>
                <a:cs typeface="Calibri"/>
              </a:rPr>
              <a:t> B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s</a:t>
            </a:r>
            <a:r>
              <a:rPr sz="1800" spc="-10" dirty="0">
                <a:latin typeface="Calibri"/>
                <a:cs typeface="Calibri"/>
              </a:rPr>
              <a:t>ure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 pu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 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qu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ta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25" dirty="0">
                <a:latin typeface="Calibri"/>
                <a:cs typeface="Calibri"/>
              </a:rPr>
              <a:t>w</a:t>
            </a:r>
            <a:r>
              <a:rPr sz="1800" spc="-10" dirty="0">
                <a:latin typeface="Calibri"/>
                <a:cs typeface="Calibri"/>
              </a:rPr>
              <a:t>ee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ub</a:t>
            </a:r>
            <a:r>
              <a:rPr sz="1800" spc="-1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e- qu</a:t>
            </a:r>
            <a:r>
              <a:rPr sz="1800" spc="-5" dirty="0">
                <a:latin typeface="Calibri"/>
                <a:cs typeface="Calibri"/>
              </a:rPr>
              <a:t>ot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5" dirty="0">
                <a:latin typeface="Calibri"/>
                <a:cs typeface="Calibri"/>
              </a:rPr>
              <a:t>“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 a</a:t>
            </a:r>
            <a:r>
              <a:rPr sz="1800" dirty="0">
                <a:latin typeface="Calibri"/>
                <a:cs typeface="Calibri"/>
              </a:rPr>
              <a:t>nd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5" dirty="0">
                <a:latin typeface="Calibri"/>
                <a:cs typeface="Calibri"/>
              </a:rPr>
              <a:t>lis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n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e,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er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si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g. “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k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re</a:t>
            </a:r>
            <a:r>
              <a:rPr sz="1800" spc="-5" dirty="0">
                <a:latin typeface="Calibri"/>
                <a:cs typeface="Calibri"/>
              </a:rPr>
              <a:t> i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10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co</a:t>
            </a:r>
            <a:r>
              <a:rPr sz="1800" dirty="0">
                <a:latin typeface="Calibri"/>
                <a:cs typeface="Calibri"/>
              </a:rPr>
              <a:t>mp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 s</a:t>
            </a:r>
            <a:r>
              <a:rPr sz="1800" spc="-15" dirty="0">
                <a:latin typeface="Calibri"/>
                <a:cs typeface="Calibri"/>
              </a:rPr>
              <a:t>egme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 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eg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dirty="0">
                <a:latin typeface="Calibri"/>
                <a:cs typeface="Calibri"/>
              </a:rPr>
              <a:t>ns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”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Cr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w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</a:t>
            </a:r>
            <a:r>
              <a:rPr sz="1800" spc="-5" dirty="0">
                <a:latin typeface="Calibri"/>
                <a:cs typeface="Calibri"/>
              </a:rPr>
              <a:t> al,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spc="-15" dirty="0">
                <a:latin typeface="Calibri"/>
                <a:cs typeface="Calibri"/>
              </a:rPr>
              <a:t>989</a:t>
            </a:r>
            <a:r>
              <a:rPr sz="1800" spc="-5" dirty="0">
                <a:latin typeface="Calibri"/>
                <a:cs typeface="Calibri"/>
              </a:rPr>
              <a:t>, </a:t>
            </a:r>
            <a:r>
              <a:rPr sz="1800" dirty="0">
                <a:latin typeface="Calibri"/>
                <a:cs typeface="Calibri"/>
              </a:rPr>
              <a:t>p.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234</a:t>
            </a:r>
            <a:r>
              <a:rPr sz="1800" spc="-20" dirty="0">
                <a:latin typeface="Calibri"/>
                <a:cs typeface="Calibri"/>
              </a:rPr>
              <a:t>)</a:t>
            </a:r>
            <a:r>
              <a:rPr sz="18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89940" y="5035550"/>
            <a:ext cx="7947025" cy="115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0" marR="30480" indent="-3810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Pa</a:t>
            </a:r>
            <a:r>
              <a:rPr sz="1800" spc="-10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 nu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er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ee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 i</a:t>
            </a:r>
            <a:r>
              <a:rPr sz="1800" dirty="0">
                <a:latin typeface="Calibri"/>
                <a:cs typeface="Calibri"/>
              </a:rPr>
              <a:t>n d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</a:t>
            </a:r>
            <a:r>
              <a:rPr sz="1800" spc="-5" dirty="0">
                <a:latin typeface="Calibri"/>
                <a:cs typeface="Calibri"/>
              </a:rPr>
              <a:t>oti</a:t>
            </a:r>
            <a:r>
              <a:rPr sz="1800" spc="-10" dirty="0">
                <a:latin typeface="Calibri"/>
                <a:cs typeface="Calibri"/>
              </a:rPr>
              <a:t>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ci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s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ery</a:t>
            </a:r>
            <a:r>
              <a:rPr sz="1800" spc="-5" dirty="0">
                <a:latin typeface="Calibri"/>
                <a:cs typeface="Calibri"/>
              </a:rPr>
              <a:t> l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ci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 sp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ifi</a:t>
            </a:r>
            <a:r>
              <a:rPr sz="1800" spc="-10" dirty="0">
                <a:latin typeface="Calibri"/>
                <a:cs typeface="Calibri"/>
              </a:rPr>
              <a:t>c </a:t>
            </a:r>
            <a:r>
              <a:rPr sz="1800" spc="5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  </a:t>
            </a:r>
            <a:r>
              <a:rPr sz="1800" spc="-15" dirty="0">
                <a:latin typeface="Calibri"/>
                <a:cs typeface="Calibri"/>
              </a:rPr>
              <a:t>ca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fo</a:t>
            </a:r>
            <a:r>
              <a:rPr sz="1800" dirty="0">
                <a:latin typeface="Calibri"/>
                <a:cs typeface="Calibri"/>
              </a:rPr>
              <a:t>und</a:t>
            </a:r>
            <a:r>
              <a:rPr sz="1800" spc="-5" dirty="0">
                <a:latin typeface="Calibri"/>
                <a:cs typeface="Calibri"/>
              </a:rPr>
              <a:t> o</a:t>
            </a:r>
            <a:r>
              <a:rPr sz="1800" dirty="0">
                <a:latin typeface="Calibri"/>
                <a:cs typeface="Calibri"/>
              </a:rPr>
              <a:t>n a s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ifi</a:t>
            </a:r>
            <a:r>
              <a:rPr sz="1800" spc="-10" dirty="0">
                <a:latin typeface="Calibri"/>
                <a:cs typeface="Calibri"/>
              </a:rPr>
              <a:t>c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.</a:t>
            </a:r>
          </a:p>
          <a:p>
            <a:pPr marL="393700" marR="5080" indent="-38100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Calibri"/>
                <a:cs typeface="Calibri"/>
              </a:rPr>
              <a:t>D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re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</a:t>
            </a:r>
            <a:r>
              <a:rPr sz="1800" spc="-5" dirty="0">
                <a:latin typeface="Calibri"/>
                <a:cs typeface="Calibri"/>
              </a:rPr>
              <a:t>ota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dirty="0">
                <a:latin typeface="Calibri"/>
                <a:cs typeface="Calibri"/>
              </a:rPr>
              <a:t>ns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mo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ur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 sh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d b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5" dirty="0">
                <a:latin typeface="Calibri"/>
                <a:cs typeface="Calibri"/>
              </a:rPr>
              <a:t>f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15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ro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er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 n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wer 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 </a:t>
            </a:r>
            <a:r>
              <a:rPr sz="1800" spc="-15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s.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437D551-DD19-4606-8BE8-C005F1936192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2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C</a:t>
            </a:r>
            <a:r>
              <a:rPr spc="-10"/>
              <a:t>iti</a:t>
            </a:r>
            <a:r>
              <a:rPr spc="-5"/>
              <a:t>n</a:t>
            </a:r>
            <a:r>
              <a:t>g</a:t>
            </a:r>
            <a:r>
              <a:rPr spc="-15"/>
              <a:t> </a:t>
            </a:r>
            <a:r>
              <a:rPr spc="-25"/>
              <a:t>Ref</a:t>
            </a:r>
            <a:r>
              <a:rPr spc="-15"/>
              <a:t>e</a:t>
            </a:r>
            <a:r>
              <a:rPr spc="-25"/>
              <a:t>rences</a:t>
            </a:r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10540" y="1462234"/>
            <a:ext cx="11493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-330" dirty="0">
                <a:latin typeface="Trebuchet MS"/>
                <a:cs typeface="Trebuchet MS"/>
              </a:rPr>
              <a:t>•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940" y="1500505"/>
            <a:ext cx="244919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Calibri"/>
                <a:cs typeface="Calibri"/>
              </a:rPr>
              <a:t>S</a:t>
            </a:r>
            <a:r>
              <a:rPr sz="1950" spc="10" dirty="0">
                <a:latin typeface="Calibri"/>
                <a:cs typeface="Calibri"/>
              </a:rPr>
              <a:t>om</a:t>
            </a:r>
            <a:r>
              <a:rPr sz="1950" spc="5" dirty="0">
                <a:latin typeface="Calibri"/>
                <a:cs typeface="Calibri"/>
              </a:rPr>
              <a:t>e</a:t>
            </a:r>
            <a:r>
              <a:rPr sz="1950" dirty="0">
                <a:latin typeface="Calibri"/>
                <a:cs typeface="Calibri"/>
              </a:rPr>
              <a:t> (u</a:t>
            </a:r>
            <a:r>
              <a:rPr sz="1950" spc="15" dirty="0">
                <a:latin typeface="Calibri"/>
                <a:cs typeface="Calibri"/>
              </a:rPr>
              <a:t>n</a:t>
            </a:r>
            <a:r>
              <a:rPr sz="1950" dirty="0">
                <a:latin typeface="Calibri"/>
                <a:cs typeface="Calibri"/>
              </a:rPr>
              <a:t>w</a:t>
            </a:r>
            <a:r>
              <a:rPr sz="1950" spc="10" dirty="0">
                <a:latin typeface="Calibri"/>
                <a:cs typeface="Calibri"/>
              </a:rPr>
              <a:t>r</a:t>
            </a:r>
            <a:r>
              <a:rPr sz="1950" dirty="0">
                <a:latin typeface="Calibri"/>
                <a:cs typeface="Calibri"/>
              </a:rPr>
              <a:t>it</a:t>
            </a:r>
            <a:r>
              <a:rPr sz="1950" spc="-10" dirty="0">
                <a:latin typeface="Calibri"/>
                <a:cs typeface="Calibri"/>
              </a:rPr>
              <a:t>t</a:t>
            </a:r>
            <a:r>
              <a:rPr sz="1950" spc="5" dirty="0">
                <a:latin typeface="Calibri"/>
                <a:cs typeface="Calibri"/>
              </a:rPr>
              <a:t>en) </a:t>
            </a:r>
            <a:r>
              <a:rPr sz="1950" dirty="0">
                <a:latin typeface="Calibri"/>
                <a:cs typeface="Calibri"/>
              </a:rPr>
              <a:t>r</a:t>
            </a:r>
            <a:r>
              <a:rPr sz="1950" spc="15" dirty="0">
                <a:latin typeface="Calibri"/>
                <a:cs typeface="Calibri"/>
              </a:rPr>
              <a:t>u</a:t>
            </a:r>
            <a:r>
              <a:rPr sz="1950" spc="-5" dirty="0">
                <a:latin typeface="Calibri"/>
                <a:cs typeface="Calibri"/>
              </a:rPr>
              <a:t>l</a:t>
            </a:r>
            <a:r>
              <a:rPr sz="1950" spc="5" dirty="0">
                <a:latin typeface="Calibri"/>
                <a:cs typeface="Calibri"/>
              </a:rPr>
              <a:t>es: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5210" y="1833681"/>
            <a:ext cx="11938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9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5250" y="1830704"/>
            <a:ext cx="6927215" cy="814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sz="1750" spc="5" dirty="0">
                <a:latin typeface="Calibri"/>
                <a:cs typeface="Calibri"/>
              </a:rPr>
              <a:t>No 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dirty="0">
                <a:latin typeface="Calibri"/>
                <a:cs typeface="Calibri"/>
              </a:rPr>
              <a:t>f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en</a:t>
            </a:r>
            <a:r>
              <a:rPr sz="1750" dirty="0">
                <a:latin typeface="Calibri"/>
                <a:cs typeface="Calibri"/>
              </a:rPr>
              <a:t>c</a:t>
            </a:r>
            <a:r>
              <a:rPr sz="1750" spc="5" dirty="0">
                <a:latin typeface="Calibri"/>
                <a:cs typeface="Calibri"/>
              </a:rPr>
              <a:t>es</a:t>
            </a:r>
            <a:r>
              <a:rPr sz="1750" spc="-5" dirty="0">
                <a:latin typeface="Calibri"/>
                <a:cs typeface="Calibri"/>
              </a:rPr>
              <a:t> i</a:t>
            </a:r>
            <a:r>
              <a:rPr sz="1750" spc="5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b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spc="15" dirty="0">
                <a:latin typeface="Calibri"/>
                <a:cs typeface="Calibri"/>
              </a:rPr>
              <a:t>t</a:t>
            </a:r>
            <a:r>
              <a:rPr sz="1750" dirty="0">
                <a:latin typeface="Calibri"/>
                <a:cs typeface="Calibri"/>
              </a:rPr>
              <a:t>ra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dirty="0">
                <a:latin typeface="Calibri"/>
                <a:cs typeface="Calibri"/>
              </a:rPr>
              <a:t>.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A</a:t>
            </a:r>
            <a:r>
              <a:rPr sz="1750" spc="-5" dirty="0">
                <a:latin typeface="Calibri"/>
                <a:cs typeface="Calibri"/>
              </a:rPr>
              <a:t>b</a:t>
            </a:r>
            <a:r>
              <a:rPr sz="1750" spc="5" dirty="0">
                <a:latin typeface="Calibri"/>
                <a:cs typeface="Calibri"/>
              </a:rPr>
              <a:t>st</a:t>
            </a:r>
            <a:r>
              <a:rPr sz="1750" dirty="0">
                <a:latin typeface="Calibri"/>
                <a:cs typeface="Calibri"/>
              </a:rPr>
              <a:t>ra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5" dirty="0">
                <a:latin typeface="Calibri"/>
                <a:cs typeface="Calibri"/>
              </a:rPr>
              <a:t>t </a:t>
            </a:r>
            <a:r>
              <a:rPr sz="1750" spc="-5" dirty="0">
                <a:latin typeface="Calibri"/>
                <a:cs typeface="Calibri"/>
              </a:rPr>
              <a:t>m</a:t>
            </a:r>
            <a:r>
              <a:rPr sz="1750" spc="5" dirty="0">
                <a:latin typeface="Calibri"/>
                <a:cs typeface="Calibri"/>
              </a:rPr>
              <a:t>ust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be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s</a:t>
            </a:r>
            <a:r>
              <a:rPr sz="1750" spc="-5" dirty="0">
                <a:latin typeface="Calibri"/>
                <a:cs typeface="Calibri"/>
              </a:rPr>
              <a:t>elf-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dirty="0">
                <a:latin typeface="Calibri"/>
                <a:cs typeface="Calibri"/>
              </a:rPr>
              <a:t>x</a:t>
            </a:r>
            <a:r>
              <a:rPr sz="1750" spc="-5" dirty="0">
                <a:latin typeface="Calibri"/>
                <a:cs typeface="Calibri"/>
              </a:rPr>
              <a:t>p</a:t>
            </a:r>
            <a:r>
              <a:rPr sz="1750" dirty="0">
                <a:latin typeface="Calibri"/>
                <a:cs typeface="Calibri"/>
              </a:rPr>
              <a:t>lai</a:t>
            </a:r>
            <a:r>
              <a:rPr sz="1750" spc="5" dirty="0">
                <a:latin typeface="Calibri"/>
                <a:cs typeface="Calibri"/>
              </a:rPr>
              <a:t>ned</a:t>
            </a:r>
            <a:r>
              <a:rPr sz="1750" spc="-5" dirty="0">
                <a:latin typeface="Calibri"/>
                <a:cs typeface="Calibri"/>
              </a:rPr>
              <a:t> b</a:t>
            </a:r>
            <a:r>
              <a:rPr sz="1750" spc="5" dirty="0">
                <a:latin typeface="Calibri"/>
                <a:cs typeface="Calibri"/>
              </a:rPr>
              <a:t>ut </a:t>
            </a:r>
            <a:r>
              <a:rPr sz="1750" dirty="0">
                <a:latin typeface="Calibri"/>
                <a:cs typeface="Calibri"/>
              </a:rPr>
              <a:t>co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-5" dirty="0">
                <a:latin typeface="Calibri"/>
                <a:cs typeface="Calibri"/>
              </a:rPr>
              <a:t>is</a:t>
            </a:r>
            <a:r>
              <a:rPr sz="1750" spc="5" dirty="0">
                <a:latin typeface="Calibri"/>
                <a:cs typeface="Calibri"/>
              </a:rPr>
              <a:t>e 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nd sh</a:t>
            </a:r>
            <a:r>
              <a:rPr sz="1750" spc="-5" dirty="0">
                <a:latin typeface="Calibri"/>
                <a:cs typeface="Calibri"/>
              </a:rPr>
              <a:t>o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 (l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spc="5" dirty="0">
                <a:latin typeface="Calibri"/>
                <a:cs typeface="Calibri"/>
              </a:rPr>
              <a:t>s t</a:t>
            </a:r>
            <a:r>
              <a:rPr sz="1750" spc="-5" dirty="0">
                <a:latin typeface="Calibri"/>
                <a:cs typeface="Calibri"/>
              </a:rPr>
              <a:t>h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n </a:t>
            </a:r>
            <a:r>
              <a:rPr sz="1750" dirty="0">
                <a:latin typeface="Calibri"/>
                <a:cs typeface="Calibri"/>
              </a:rPr>
              <a:t>30</a:t>
            </a:r>
            <a:r>
              <a:rPr sz="1750" spc="5" dirty="0">
                <a:latin typeface="Calibri"/>
                <a:cs typeface="Calibri"/>
              </a:rPr>
              <a:t>0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wo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-5" dirty="0">
                <a:latin typeface="Calibri"/>
                <a:cs typeface="Calibri"/>
              </a:rPr>
              <a:t>d</a:t>
            </a:r>
            <a:r>
              <a:rPr sz="1750" spc="5" dirty="0">
                <a:latin typeface="Calibri"/>
                <a:cs typeface="Calibri"/>
              </a:rPr>
              <a:t>s</a:t>
            </a:r>
            <a:r>
              <a:rPr sz="1750" spc="-5" dirty="0">
                <a:latin typeface="Calibri"/>
                <a:cs typeface="Calibri"/>
              </a:rPr>
              <a:t>).</a:t>
            </a: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750" spc="5" dirty="0">
                <a:latin typeface="Calibri"/>
                <a:cs typeface="Calibri"/>
              </a:rPr>
              <a:t>Num</a:t>
            </a:r>
            <a:r>
              <a:rPr sz="1750" spc="-5" dirty="0">
                <a:latin typeface="Calibri"/>
                <a:cs typeface="Calibri"/>
              </a:rPr>
              <a:t>b</a:t>
            </a:r>
            <a:r>
              <a:rPr sz="1750" spc="5" dirty="0">
                <a:latin typeface="Calibri"/>
                <a:cs typeface="Calibri"/>
              </a:rPr>
              <a:t>er</a:t>
            </a:r>
            <a:r>
              <a:rPr sz="1750" dirty="0">
                <a:latin typeface="Calibri"/>
                <a:cs typeface="Calibri"/>
              </a:rPr>
              <a:t> o</a:t>
            </a:r>
            <a:r>
              <a:rPr sz="1750" spc="5" dirty="0">
                <a:latin typeface="Calibri"/>
                <a:cs typeface="Calibri"/>
              </a:rPr>
              <a:t>f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uth</a:t>
            </a:r>
            <a:r>
              <a:rPr sz="1750" spc="-5" dirty="0">
                <a:latin typeface="Calibri"/>
                <a:cs typeface="Calibri"/>
              </a:rPr>
              <a:t>o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s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to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be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-10" dirty="0">
                <a:latin typeface="Calibri"/>
                <a:cs typeface="Calibri"/>
              </a:rPr>
              <a:t>i</a:t>
            </a:r>
            <a:r>
              <a:rPr sz="1750" spc="1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e</a:t>
            </a:r>
            <a:r>
              <a:rPr sz="1750" spc="5" dirty="0">
                <a:latin typeface="Calibri"/>
                <a:cs typeface="Calibri"/>
              </a:rPr>
              <a:t>d: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5210" y="2396291"/>
            <a:ext cx="11938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9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8760" y="2740422"/>
            <a:ext cx="9652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30" dirty="0">
                <a:latin typeface="Calibri"/>
                <a:cs typeface="Calibri"/>
              </a:rPr>
              <a:t>●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3239" y="2709545"/>
            <a:ext cx="5748655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Calibri"/>
                <a:cs typeface="Calibri"/>
              </a:rPr>
              <a:t>L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s </a:t>
            </a:r>
            <a:r>
              <a:rPr sz="1550" dirty="0">
                <a:latin typeface="Calibri"/>
                <a:cs typeface="Calibri"/>
              </a:rPr>
              <a:t>th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spc="15" dirty="0">
                <a:latin typeface="Calibri"/>
                <a:cs typeface="Calibri"/>
              </a:rPr>
              <a:t>n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tw</a:t>
            </a:r>
            <a:r>
              <a:rPr sz="1550" spc="1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5" dirty="0">
                <a:latin typeface="Calibri"/>
                <a:cs typeface="Calibri"/>
              </a:rPr>
              <a:t> c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l</a:t>
            </a:r>
            <a:r>
              <a:rPr sz="1550" spc="5" dirty="0">
                <a:latin typeface="Calibri"/>
                <a:cs typeface="Calibri"/>
              </a:rPr>
              <a:t>l e</a:t>
            </a:r>
            <a:r>
              <a:rPr sz="1550" dirty="0">
                <a:latin typeface="Calibri"/>
                <a:cs typeface="Calibri"/>
              </a:rPr>
              <a:t>.g</a:t>
            </a:r>
            <a:r>
              <a:rPr sz="1550" spc="5" dirty="0">
                <a:latin typeface="Calibri"/>
                <a:cs typeface="Calibri"/>
              </a:rPr>
              <a:t>.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10" dirty="0">
                <a:latin typeface="Calibri"/>
                <a:cs typeface="Calibri"/>
              </a:rPr>
              <a:t>(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5" dirty="0">
                <a:latin typeface="Calibri"/>
                <a:cs typeface="Calibri"/>
              </a:rPr>
              <a:t>an-</a:t>
            </a:r>
            <a:r>
              <a:rPr sz="1550" spc="10" dirty="0">
                <a:latin typeface="Calibri"/>
                <a:cs typeface="Calibri"/>
              </a:rPr>
              <a:t>L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spc="10" dirty="0">
                <a:latin typeface="Calibri"/>
                <a:cs typeface="Calibri"/>
              </a:rPr>
              <a:t>n</a:t>
            </a:r>
            <a:r>
              <a:rPr sz="1550" spc="15" dirty="0">
                <a:latin typeface="Calibri"/>
                <a:cs typeface="Calibri"/>
              </a:rPr>
              <a:t>d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P</a:t>
            </a:r>
            <a:r>
              <a:rPr sz="1550" dirty="0">
                <a:latin typeface="Calibri"/>
                <a:cs typeface="Calibri"/>
              </a:rPr>
              <a:t>h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spc="15" dirty="0">
                <a:latin typeface="Calibri"/>
                <a:cs typeface="Calibri"/>
              </a:rPr>
              <a:t>m</a:t>
            </a:r>
            <a:r>
              <a:rPr sz="1550" dirty="0">
                <a:latin typeface="Calibri"/>
                <a:cs typeface="Calibri"/>
              </a:rPr>
              <a:t>, 2</a:t>
            </a:r>
            <a:r>
              <a:rPr sz="1550" spc="10" dirty="0">
                <a:latin typeface="Calibri"/>
                <a:cs typeface="Calibri"/>
              </a:rPr>
              <a:t>0</a:t>
            </a:r>
            <a:r>
              <a:rPr sz="1550" dirty="0">
                <a:latin typeface="Calibri"/>
                <a:cs typeface="Calibri"/>
              </a:rPr>
              <a:t>0</a:t>
            </a:r>
            <a:r>
              <a:rPr sz="1550" spc="10" dirty="0">
                <a:latin typeface="Calibri"/>
                <a:cs typeface="Calibri"/>
              </a:rPr>
              <a:t>6</a:t>
            </a:r>
            <a:r>
              <a:rPr sz="1550" spc="-5" dirty="0">
                <a:latin typeface="Calibri"/>
                <a:cs typeface="Calibri"/>
              </a:rPr>
              <a:t>),</a:t>
            </a:r>
            <a:endParaRPr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550" spc="15" dirty="0">
                <a:latin typeface="Calibri"/>
                <a:cs typeface="Calibri"/>
              </a:rPr>
              <a:t>M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spc="15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tw</a:t>
            </a:r>
            <a:r>
              <a:rPr sz="1550" spc="1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5" dirty="0">
                <a:latin typeface="Calibri"/>
                <a:cs typeface="Calibri"/>
              </a:rPr>
              <a:t> c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f</a:t>
            </a:r>
            <a:r>
              <a:rPr sz="1550" dirty="0">
                <a:latin typeface="Calibri"/>
                <a:cs typeface="Calibri"/>
              </a:rPr>
              <a:t>ir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t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ut</a:t>
            </a:r>
            <a:r>
              <a:rPr sz="1550" spc="-10" dirty="0">
                <a:latin typeface="Calibri"/>
                <a:cs typeface="Calibri"/>
              </a:rPr>
              <a:t>h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r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spc="10" dirty="0">
                <a:latin typeface="Calibri"/>
                <a:cs typeface="Calibri"/>
              </a:rPr>
              <a:t>n</a:t>
            </a:r>
            <a:r>
              <a:rPr sz="1550" spc="15" dirty="0">
                <a:latin typeface="Calibri"/>
                <a:cs typeface="Calibri"/>
              </a:rPr>
              <a:t>d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h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t e</a:t>
            </a:r>
            <a:r>
              <a:rPr sz="1550" dirty="0">
                <a:latin typeface="Calibri"/>
                <a:cs typeface="Calibri"/>
              </a:rPr>
              <a:t>.g</a:t>
            </a:r>
            <a:r>
              <a:rPr sz="1550" spc="5" dirty="0">
                <a:latin typeface="Calibri"/>
                <a:cs typeface="Calibri"/>
              </a:rPr>
              <a:t>. </a:t>
            </a:r>
            <a:r>
              <a:rPr sz="1550" dirty="0">
                <a:latin typeface="Calibri"/>
                <a:cs typeface="Calibri"/>
              </a:rPr>
              <a:t>(Tr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spc="5" dirty="0">
                <a:latin typeface="Calibri"/>
                <a:cs typeface="Calibri"/>
              </a:rPr>
              <a:t>n-</a:t>
            </a:r>
            <a:r>
              <a:rPr sz="1550" spc="20" dirty="0">
                <a:latin typeface="Calibri"/>
                <a:cs typeface="Calibri"/>
              </a:rPr>
              <a:t>L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b="1" i="1" spc="5" dirty="0">
                <a:latin typeface="Calibri"/>
                <a:cs typeface="Calibri"/>
              </a:rPr>
              <a:t>et </a:t>
            </a:r>
            <a:r>
              <a:rPr sz="1550" b="1" i="1" spc="10" dirty="0">
                <a:latin typeface="Calibri"/>
                <a:cs typeface="Calibri"/>
              </a:rPr>
              <a:t>a</a:t>
            </a:r>
            <a:r>
              <a:rPr sz="1550" b="1" i="1" spc="-5" dirty="0">
                <a:latin typeface="Calibri"/>
                <a:cs typeface="Calibri"/>
              </a:rPr>
              <a:t>l</a:t>
            </a:r>
            <a:r>
              <a:rPr sz="1550" dirty="0">
                <a:latin typeface="Calibri"/>
                <a:cs typeface="Calibri"/>
              </a:rPr>
              <a:t>,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</a:t>
            </a:r>
            <a:r>
              <a:rPr sz="1550" spc="10" dirty="0">
                <a:latin typeface="Calibri"/>
                <a:cs typeface="Calibri"/>
              </a:rPr>
              <a:t>0</a:t>
            </a:r>
            <a:r>
              <a:rPr sz="1550" dirty="0">
                <a:latin typeface="Calibri"/>
                <a:cs typeface="Calibri"/>
              </a:rPr>
              <a:t>0</a:t>
            </a:r>
            <a:r>
              <a:rPr sz="1550" spc="10" dirty="0">
                <a:latin typeface="Calibri"/>
                <a:cs typeface="Calibri"/>
              </a:rPr>
              <a:t>6</a:t>
            </a:r>
            <a:r>
              <a:rPr sz="1550" dirty="0">
                <a:latin typeface="Calibri"/>
                <a:cs typeface="Calibri"/>
              </a:rPr>
              <a:t>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08760" y="3031251"/>
            <a:ext cx="9652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30" dirty="0">
                <a:latin typeface="Calibri"/>
                <a:cs typeface="Calibri"/>
              </a:rPr>
              <a:t>●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5210" y="3299261"/>
            <a:ext cx="11938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9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5250" y="3296284"/>
            <a:ext cx="2984500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dirty="0">
                <a:latin typeface="Calibri"/>
                <a:cs typeface="Calibri"/>
              </a:rPr>
              <a:t>P</a:t>
            </a:r>
            <a:r>
              <a:rPr sz="1750" spc="-5" dirty="0">
                <a:latin typeface="Calibri"/>
                <a:cs typeface="Calibri"/>
              </a:rPr>
              <a:t>e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dirty="0">
                <a:latin typeface="Calibri"/>
                <a:cs typeface="Calibri"/>
              </a:rPr>
              <a:t>o</a:t>
            </a:r>
            <a:r>
              <a:rPr sz="1750" spc="5" dirty="0">
                <a:latin typeface="Calibri"/>
                <a:cs typeface="Calibri"/>
              </a:rPr>
              <a:t>n</a:t>
            </a:r>
            <a:r>
              <a:rPr sz="1750" dirty="0">
                <a:latin typeface="Calibri"/>
                <a:cs typeface="Calibri"/>
              </a:rPr>
              <a:t>al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v</a:t>
            </a:r>
            <a:r>
              <a:rPr sz="1750" spc="-5" dirty="0">
                <a:latin typeface="Calibri"/>
                <a:cs typeface="Calibri"/>
              </a:rPr>
              <a:t>e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b</a:t>
            </a:r>
            <a:r>
              <a:rPr sz="1750" dirty="0">
                <a:latin typeface="Calibri"/>
                <a:cs typeface="Calibri"/>
              </a:rPr>
              <a:t>al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com</a:t>
            </a:r>
            <a:r>
              <a:rPr sz="1750" spc="-5" dirty="0">
                <a:latin typeface="Calibri"/>
                <a:cs typeface="Calibri"/>
              </a:rPr>
              <a:t>m</a:t>
            </a:r>
            <a:r>
              <a:rPr sz="1750" spc="5" dirty="0">
                <a:latin typeface="Calibri"/>
                <a:cs typeface="Calibri"/>
              </a:rPr>
              <a:t>un</a:t>
            </a:r>
            <a:r>
              <a:rPr sz="1750" spc="-10" dirty="0">
                <a:latin typeface="Calibri"/>
                <a:cs typeface="Calibri"/>
              </a:rPr>
              <a:t>i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dirty="0">
                <a:latin typeface="Calibri"/>
                <a:cs typeface="Calibri"/>
              </a:rPr>
              <a:t>io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dirty="0">
                <a:latin typeface="Calibri"/>
                <a:cs typeface="Calibri"/>
              </a:rPr>
              <a:t>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08760" y="3642121"/>
            <a:ext cx="9652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30" dirty="0">
                <a:latin typeface="Calibri"/>
                <a:cs typeface="Calibri"/>
              </a:rPr>
              <a:t>●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3239" y="3612515"/>
            <a:ext cx="6693534" cy="146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710"/>
              </a:lnSpc>
            </a:pPr>
            <a:r>
              <a:rPr sz="1550" spc="-10" dirty="0">
                <a:latin typeface="Calibri"/>
                <a:cs typeface="Calibri"/>
              </a:rPr>
              <a:t>F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r </a:t>
            </a:r>
            <a:r>
              <a:rPr sz="1550" dirty="0">
                <a:latin typeface="Calibri"/>
                <a:cs typeface="Calibri"/>
              </a:rPr>
              <a:t>th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f</a:t>
            </a:r>
            <a:r>
              <a:rPr sz="1550" dirty="0">
                <a:latin typeface="Calibri"/>
                <a:cs typeface="Calibri"/>
              </a:rPr>
              <a:t>ir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t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10" dirty="0">
                <a:latin typeface="Calibri"/>
                <a:cs typeface="Calibri"/>
              </a:rPr>
              <a:t>c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ti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n, </a:t>
            </a:r>
            <a:r>
              <a:rPr sz="1550" spc="5" dirty="0">
                <a:latin typeface="Calibri"/>
                <a:cs typeface="Calibri"/>
              </a:rPr>
              <a:t>c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-5" dirty="0">
                <a:latin typeface="Calibri"/>
                <a:cs typeface="Calibri"/>
              </a:rPr>
              <a:t>ri</a:t>
            </a:r>
            <a:r>
              <a:rPr sz="1550" spc="10" dirty="0">
                <a:latin typeface="Calibri"/>
                <a:cs typeface="Calibri"/>
              </a:rPr>
              <a:t>g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15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f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uth</a:t>
            </a:r>
            <a:r>
              <a:rPr sz="1550" spc="5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r, </a:t>
            </a:r>
            <a:r>
              <a:rPr sz="1550" spc="15" dirty="0">
                <a:latin typeface="Calibri"/>
                <a:cs typeface="Calibri"/>
              </a:rPr>
              <a:t>e</a:t>
            </a:r>
            <a:r>
              <a:rPr sz="1550" spc="-5" dirty="0">
                <a:latin typeface="Calibri"/>
                <a:cs typeface="Calibri"/>
              </a:rPr>
              <a:t>.</a:t>
            </a:r>
            <a:r>
              <a:rPr sz="1550" spc="10" dirty="0">
                <a:latin typeface="Calibri"/>
                <a:cs typeface="Calibri"/>
              </a:rPr>
              <a:t>g</a:t>
            </a:r>
            <a:r>
              <a:rPr sz="1550" spc="5" dirty="0">
                <a:latin typeface="Calibri"/>
                <a:cs typeface="Calibri"/>
              </a:rPr>
              <a:t>.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(Tr</a:t>
            </a:r>
            <a:r>
              <a:rPr sz="1550" spc="5" dirty="0">
                <a:latin typeface="Calibri"/>
                <a:cs typeface="Calibri"/>
              </a:rPr>
              <a:t>an-</a:t>
            </a:r>
            <a:r>
              <a:rPr sz="1550" spc="10" dirty="0">
                <a:latin typeface="Calibri"/>
                <a:cs typeface="Calibri"/>
              </a:rPr>
              <a:t>L</a:t>
            </a:r>
            <a:r>
              <a:rPr sz="1550" spc="5" dirty="0">
                <a:latin typeface="Calibri"/>
                <a:cs typeface="Calibri"/>
              </a:rPr>
              <a:t>e,</a:t>
            </a:r>
            <a:r>
              <a:rPr sz="1550" spc="10" dirty="0">
                <a:latin typeface="Calibri"/>
                <a:cs typeface="Calibri"/>
              </a:rPr>
              <a:t> S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ftw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ngin</a:t>
            </a:r>
            <a:r>
              <a:rPr sz="1550" spc="15" dirty="0">
                <a:latin typeface="Calibri"/>
                <a:cs typeface="Calibri"/>
              </a:rPr>
              <a:t>e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rin</a:t>
            </a:r>
            <a:r>
              <a:rPr sz="1550" spc="5" dirty="0">
                <a:latin typeface="Calibri"/>
                <a:cs typeface="Calibri"/>
              </a:rPr>
              <a:t>g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10" dirty="0">
                <a:latin typeface="Calibri"/>
                <a:cs typeface="Calibri"/>
              </a:rPr>
              <a:t>L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b,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H</a:t>
            </a:r>
            <a:r>
              <a:rPr sz="1550" spc="-10" dirty="0">
                <a:latin typeface="Calibri"/>
                <a:cs typeface="Calibri"/>
              </a:rPr>
              <a:t>C</a:t>
            </a:r>
            <a:r>
              <a:rPr sz="1550" spc="10" dirty="0">
                <a:latin typeface="Calibri"/>
                <a:cs typeface="Calibri"/>
              </a:rPr>
              <a:t>M</a:t>
            </a:r>
            <a:r>
              <a:rPr sz="1550" spc="15" dirty="0">
                <a:latin typeface="Calibri"/>
                <a:cs typeface="Calibri"/>
              </a:rPr>
              <a:t> U</a:t>
            </a:r>
            <a:r>
              <a:rPr sz="1550" spc="5" dirty="0">
                <a:latin typeface="Calibri"/>
                <a:cs typeface="Calibri"/>
              </a:rPr>
              <a:t>ni</a:t>
            </a:r>
            <a:r>
              <a:rPr sz="1550" spc="10" dirty="0">
                <a:latin typeface="Calibri"/>
                <a:cs typeface="Calibri"/>
              </a:rPr>
              <a:t>v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spc="5" dirty="0">
                <a:latin typeface="Calibri"/>
                <a:cs typeface="Calibri"/>
              </a:rPr>
              <a:t>y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25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f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c</a:t>
            </a:r>
            <a:r>
              <a:rPr sz="1550" spc="5" dirty="0">
                <a:latin typeface="Calibri"/>
                <a:cs typeface="Calibri"/>
              </a:rPr>
              <a:t>h</a:t>
            </a:r>
            <a:r>
              <a:rPr sz="1550" spc="10" dirty="0">
                <a:latin typeface="Calibri"/>
                <a:cs typeface="Calibri"/>
              </a:rPr>
              <a:t>n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l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10" dirty="0">
                <a:latin typeface="Calibri"/>
                <a:cs typeface="Calibri"/>
              </a:rPr>
              <a:t>g</a:t>
            </a:r>
            <a:r>
              <a:rPr sz="1550" spc="5" dirty="0">
                <a:latin typeface="Calibri"/>
                <a:cs typeface="Calibri"/>
              </a:rPr>
              <a:t>y,</a:t>
            </a:r>
            <a:r>
              <a:rPr sz="1550" dirty="0">
                <a:latin typeface="Calibri"/>
                <a:cs typeface="Calibri"/>
              </a:rPr>
              <a:t> p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r</a:t>
            </a:r>
            <a:r>
              <a:rPr sz="1550" dirty="0">
                <a:latin typeface="Calibri"/>
                <a:cs typeface="Calibri"/>
              </a:rPr>
              <a:t>s</a:t>
            </a:r>
            <a:r>
              <a:rPr sz="1550" spc="1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n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spc="5" dirty="0">
                <a:latin typeface="Calibri"/>
                <a:cs typeface="Calibri"/>
              </a:rPr>
              <a:t>l </a:t>
            </a:r>
            <a:r>
              <a:rPr sz="1550" spc="10" dirty="0">
                <a:latin typeface="Calibri"/>
                <a:cs typeface="Calibri"/>
              </a:rPr>
              <a:t>co</a:t>
            </a:r>
            <a:r>
              <a:rPr sz="1550" spc="15" dirty="0">
                <a:latin typeface="Calibri"/>
                <a:cs typeface="Calibri"/>
              </a:rPr>
              <a:t>m</a:t>
            </a:r>
            <a:r>
              <a:rPr sz="1550" spc="-5" dirty="0">
                <a:latin typeface="Calibri"/>
                <a:cs typeface="Calibri"/>
              </a:rPr>
              <a:t>m</a:t>
            </a:r>
            <a:r>
              <a:rPr sz="1550" spc="5" dirty="0">
                <a:latin typeface="Calibri"/>
                <a:cs typeface="Calibri"/>
              </a:rPr>
              <a:t>unica</a:t>
            </a:r>
            <a:r>
              <a:rPr sz="1550" dirty="0">
                <a:latin typeface="Calibri"/>
                <a:cs typeface="Calibri"/>
              </a:rPr>
              <a:t>ti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n, 2</a:t>
            </a:r>
            <a:r>
              <a:rPr sz="1550" spc="10" dirty="0">
                <a:latin typeface="Calibri"/>
                <a:cs typeface="Calibri"/>
              </a:rPr>
              <a:t>0</a:t>
            </a:r>
            <a:r>
              <a:rPr sz="1550" dirty="0">
                <a:latin typeface="Calibri"/>
                <a:cs typeface="Calibri"/>
              </a:rPr>
              <a:t>0</a:t>
            </a:r>
            <a:r>
              <a:rPr sz="1550" spc="10" dirty="0">
                <a:latin typeface="Calibri"/>
                <a:cs typeface="Calibri"/>
              </a:rPr>
              <a:t>5</a:t>
            </a:r>
            <a:r>
              <a:rPr sz="1550" spc="-5" dirty="0">
                <a:latin typeface="Calibri"/>
                <a:cs typeface="Calibri"/>
              </a:rPr>
              <a:t>),</a:t>
            </a:r>
            <a:endParaRPr sz="1550" dirty="0">
              <a:latin typeface="Calibri"/>
              <a:cs typeface="Calibri"/>
            </a:endParaRPr>
          </a:p>
          <a:p>
            <a:pPr marL="12700" marR="323215">
              <a:lnSpc>
                <a:spcPts val="1700"/>
              </a:lnSpc>
              <a:spcBef>
                <a:spcPts val="595"/>
              </a:spcBef>
            </a:pPr>
            <a:r>
              <a:rPr sz="1550" spc="-10" dirty="0">
                <a:latin typeface="Calibri"/>
                <a:cs typeface="Calibri"/>
              </a:rPr>
              <a:t>F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r 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u</a:t>
            </a:r>
            <a:r>
              <a:rPr sz="1550" dirty="0">
                <a:latin typeface="Calibri"/>
                <a:cs typeface="Calibri"/>
              </a:rPr>
              <a:t>bs</a:t>
            </a:r>
            <a:r>
              <a:rPr sz="1550" spc="1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q</a:t>
            </a:r>
            <a:r>
              <a:rPr sz="1550" spc="5" dirty="0">
                <a:latin typeface="Calibri"/>
                <a:cs typeface="Calibri"/>
              </a:rPr>
              <a:t>ue</a:t>
            </a:r>
            <a:r>
              <a:rPr sz="1550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t c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5" dirty="0">
                <a:latin typeface="Calibri"/>
                <a:cs typeface="Calibri"/>
              </a:rPr>
              <a:t>atio</a:t>
            </a:r>
            <a:r>
              <a:rPr sz="1550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s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</a:t>
            </a:r>
            <a:r>
              <a:rPr sz="1550" spc="5" dirty="0">
                <a:latin typeface="Calibri"/>
                <a:cs typeface="Calibri"/>
              </a:rPr>
              <a:t>o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h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spc="5" dirty="0">
                <a:latin typeface="Calibri"/>
                <a:cs typeface="Calibri"/>
              </a:rPr>
              <a:t>me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p</a:t>
            </a:r>
            <a:r>
              <a:rPr sz="1550" spc="15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rs</a:t>
            </a:r>
            <a:r>
              <a:rPr sz="1550" spc="10" dirty="0">
                <a:latin typeface="Calibri"/>
                <a:cs typeface="Calibri"/>
              </a:rPr>
              <a:t>o</a:t>
            </a:r>
            <a:r>
              <a:rPr sz="1550" spc="15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 j</a:t>
            </a:r>
            <a:r>
              <a:rPr sz="1550" dirty="0">
                <a:latin typeface="Calibri"/>
                <a:cs typeface="Calibri"/>
              </a:rPr>
              <a:t>u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t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c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h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ut</a:t>
            </a:r>
            <a:r>
              <a:rPr sz="1550" spc="-10" dirty="0">
                <a:latin typeface="Calibri"/>
                <a:cs typeface="Calibri"/>
              </a:rPr>
              <a:t>h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r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-5" dirty="0">
                <a:latin typeface="Calibri"/>
                <a:cs typeface="Calibri"/>
              </a:rPr>
              <a:t>.</a:t>
            </a:r>
            <a:r>
              <a:rPr sz="1550" spc="10" dirty="0">
                <a:latin typeface="Calibri"/>
                <a:cs typeface="Calibri"/>
              </a:rPr>
              <a:t>g</a:t>
            </a:r>
            <a:r>
              <a:rPr sz="1550" spc="5" dirty="0">
                <a:latin typeface="Calibri"/>
                <a:cs typeface="Calibri"/>
              </a:rPr>
              <a:t>.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(Tr</a:t>
            </a:r>
            <a:r>
              <a:rPr sz="1550" spc="5" dirty="0">
                <a:latin typeface="Calibri"/>
                <a:cs typeface="Calibri"/>
              </a:rPr>
              <a:t>an-</a:t>
            </a:r>
            <a:r>
              <a:rPr sz="1550" spc="10" dirty="0">
                <a:latin typeface="Calibri"/>
                <a:cs typeface="Calibri"/>
              </a:rPr>
              <a:t>L</a:t>
            </a:r>
            <a:r>
              <a:rPr sz="1550" spc="5" dirty="0">
                <a:latin typeface="Calibri"/>
                <a:cs typeface="Calibri"/>
              </a:rPr>
              <a:t>e,</a:t>
            </a:r>
            <a:r>
              <a:rPr sz="1550" dirty="0">
                <a:latin typeface="Calibri"/>
                <a:cs typeface="Calibri"/>
              </a:rPr>
              <a:t> p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n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spc="5" dirty="0">
                <a:latin typeface="Calibri"/>
                <a:cs typeface="Calibri"/>
              </a:rPr>
              <a:t>l c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mmunicatio</a:t>
            </a:r>
            <a:r>
              <a:rPr sz="1550" dirty="0">
                <a:latin typeface="Calibri"/>
                <a:cs typeface="Calibri"/>
              </a:rPr>
              <a:t>n,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</a:t>
            </a:r>
            <a:r>
              <a:rPr sz="1550" spc="10" dirty="0">
                <a:latin typeface="Calibri"/>
                <a:cs typeface="Calibri"/>
              </a:rPr>
              <a:t>0</a:t>
            </a:r>
            <a:r>
              <a:rPr sz="1550" dirty="0">
                <a:latin typeface="Calibri"/>
                <a:cs typeface="Calibri"/>
              </a:rPr>
              <a:t>0</a:t>
            </a:r>
            <a:r>
              <a:rPr sz="1550" spc="10" dirty="0">
                <a:latin typeface="Calibri"/>
                <a:cs typeface="Calibri"/>
              </a:rPr>
              <a:t>6</a:t>
            </a:r>
            <a:r>
              <a:rPr sz="1550" dirty="0">
                <a:latin typeface="Calibri"/>
                <a:cs typeface="Calibri"/>
              </a:rPr>
              <a:t>).</a:t>
            </a:r>
          </a:p>
          <a:p>
            <a:pPr marL="12700" marR="384810">
              <a:lnSpc>
                <a:spcPts val="1710"/>
              </a:lnSpc>
              <a:spcBef>
                <a:spcPts val="590"/>
              </a:spcBef>
            </a:pPr>
            <a:r>
              <a:rPr sz="1550" spc="5" dirty="0">
                <a:latin typeface="Calibri"/>
                <a:cs typeface="Calibri"/>
              </a:rPr>
              <a:t>Pe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1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al c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mmunica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s a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g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ll</a:t>
            </a:r>
            <a:r>
              <a:rPr sz="1550" spc="5" dirty="0">
                <a:latin typeface="Calibri"/>
                <a:cs typeface="Calibri"/>
              </a:rPr>
              <a:t>y</a:t>
            </a:r>
            <a:r>
              <a:rPr sz="1550" spc="10" dirty="0">
                <a:latin typeface="Calibri"/>
                <a:cs typeface="Calibri"/>
              </a:rPr>
              <a:t> n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t </a:t>
            </a:r>
            <a:r>
              <a:rPr sz="1550" dirty="0">
                <a:latin typeface="Calibri"/>
                <a:cs typeface="Calibri"/>
              </a:rPr>
              <a:t>list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5" dirty="0">
                <a:latin typeface="Calibri"/>
                <a:cs typeface="Calibri"/>
              </a:rPr>
              <a:t>d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15" dirty="0">
                <a:latin typeface="Calibri"/>
                <a:cs typeface="Calibri"/>
              </a:rPr>
              <a:t>n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dirty="0">
                <a:latin typeface="Calibri"/>
                <a:cs typeface="Calibri"/>
              </a:rPr>
              <a:t>h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 B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5" dirty="0">
                <a:latin typeface="Calibri"/>
                <a:cs typeface="Calibri"/>
              </a:rPr>
              <a:t>b</a:t>
            </a:r>
            <a:r>
              <a:rPr sz="1550" dirty="0">
                <a:latin typeface="Calibri"/>
                <a:cs typeface="Calibri"/>
              </a:rPr>
              <a:t>li</a:t>
            </a:r>
            <a:r>
              <a:rPr sz="1550" spc="25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gr</a:t>
            </a:r>
            <a:r>
              <a:rPr sz="1550" spc="5" dirty="0">
                <a:latin typeface="Calibri"/>
                <a:cs typeface="Calibri"/>
              </a:rPr>
              <a:t>a</a:t>
            </a:r>
            <a:r>
              <a:rPr sz="1550" spc="10" dirty="0">
                <a:latin typeface="Calibri"/>
                <a:cs typeface="Calibri"/>
              </a:rPr>
              <a:t>p</a:t>
            </a:r>
            <a:r>
              <a:rPr sz="1550" spc="5" dirty="0">
                <a:latin typeface="Calibri"/>
                <a:cs typeface="Calibri"/>
              </a:rPr>
              <a:t>hy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ec</a:t>
            </a:r>
            <a:r>
              <a:rPr sz="1550" dirty="0">
                <a:latin typeface="Calibri"/>
                <a:cs typeface="Calibri"/>
              </a:rPr>
              <a:t>ti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n.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15" dirty="0">
                <a:latin typeface="Calibri"/>
                <a:cs typeface="Calibri"/>
              </a:rPr>
              <a:t>U</a:t>
            </a:r>
            <a:r>
              <a:rPr sz="1550" spc="10" dirty="0">
                <a:latin typeface="Calibri"/>
                <a:cs typeface="Calibri"/>
              </a:rPr>
              <a:t>npu</a:t>
            </a:r>
            <a:r>
              <a:rPr sz="1550" spc="5" dirty="0">
                <a:latin typeface="Calibri"/>
                <a:cs typeface="Calibri"/>
              </a:rPr>
              <a:t>b</a:t>
            </a:r>
            <a:r>
              <a:rPr sz="1550" dirty="0">
                <a:latin typeface="Calibri"/>
                <a:cs typeface="Calibri"/>
              </a:rPr>
              <a:t>li</a:t>
            </a:r>
            <a:r>
              <a:rPr sz="1550" spc="15" dirty="0">
                <a:latin typeface="Calibri"/>
                <a:cs typeface="Calibri"/>
              </a:rPr>
              <a:t>s</a:t>
            </a:r>
            <a:r>
              <a:rPr sz="1550" spc="5" dirty="0">
                <a:latin typeface="Calibri"/>
                <a:cs typeface="Calibri"/>
              </a:rPr>
              <a:t>h</a:t>
            </a:r>
            <a:r>
              <a:rPr sz="1550" spc="15" dirty="0">
                <a:latin typeface="Calibri"/>
                <a:cs typeface="Calibri"/>
              </a:rPr>
              <a:t>ed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</a:t>
            </a:r>
            <a:r>
              <a:rPr sz="1550" spc="5" dirty="0">
                <a:latin typeface="Calibri"/>
                <a:cs typeface="Calibri"/>
              </a:rPr>
              <a:t>e</a:t>
            </a:r>
            <a:r>
              <a:rPr sz="1550" spc="10" dirty="0">
                <a:latin typeface="Calibri"/>
                <a:cs typeface="Calibri"/>
              </a:rPr>
              <a:t>p</a:t>
            </a:r>
            <a:r>
              <a:rPr sz="1550" spc="20" dirty="0">
                <a:latin typeface="Calibri"/>
                <a:cs typeface="Calibri"/>
              </a:rPr>
              <a:t>o</a:t>
            </a:r>
            <a:r>
              <a:rPr sz="1550" dirty="0">
                <a:latin typeface="Calibri"/>
                <a:cs typeface="Calibri"/>
              </a:rPr>
              <a:t>rts,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5" dirty="0">
                <a:latin typeface="Calibri"/>
                <a:cs typeface="Calibri"/>
              </a:rPr>
              <a:t>m</a:t>
            </a:r>
            <a:r>
              <a:rPr sz="1550" spc="-5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nus</a:t>
            </a:r>
            <a:r>
              <a:rPr sz="1550" spc="15" dirty="0">
                <a:latin typeface="Calibri"/>
                <a:cs typeface="Calibri"/>
              </a:rPr>
              <a:t>c</a:t>
            </a:r>
            <a:r>
              <a:rPr sz="1550" dirty="0">
                <a:latin typeface="Calibri"/>
                <a:cs typeface="Calibri"/>
              </a:rPr>
              <a:t>rip</a:t>
            </a:r>
            <a:r>
              <a:rPr sz="1550" spc="-5" dirty="0">
                <a:latin typeface="Calibri"/>
                <a:cs typeface="Calibri"/>
              </a:rPr>
              <a:t>t</a:t>
            </a:r>
            <a:r>
              <a:rPr sz="1550" spc="5" dirty="0">
                <a:latin typeface="Calibri"/>
                <a:cs typeface="Calibri"/>
              </a:rPr>
              <a:t>s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</a:t>
            </a:r>
            <a:r>
              <a:rPr sz="1550" spc="10" dirty="0">
                <a:latin typeface="Calibri"/>
                <a:cs typeface="Calibri"/>
              </a:rPr>
              <a:t>o</a:t>
            </a:r>
            <a:r>
              <a:rPr sz="1550" spc="5" dirty="0">
                <a:latin typeface="Calibri"/>
                <a:cs typeface="Calibri"/>
              </a:rPr>
              <a:t>ul</a:t>
            </a:r>
            <a:r>
              <a:rPr sz="1550" spc="15" dirty="0">
                <a:latin typeface="Calibri"/>
                <a:cs typeface="Calibri"/>
              </a:rPr>
              <a:t>d</a:t>
            </a:r>
            <a:r>
              <a:rPr sz="1550" spc="5" dirty="0">
                <a:latin typeface="Calibri"/>
                <a:cs typeface="Calibri"/>
              </a:rPr>
              <a:t> be.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8760" y="4151391"/>
            <a:ext cx="9652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30" dirty="0">
                <a:latin typeface="Calibri"/>
                <a:cs typeface="Calibri"/>
              </a:rPr>
              <a:t>●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08760" y="4660662"/>
            <a:ext cx="9652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30" dirty="0">
                <a:latin typeface="Calibri"/>
                <a:cs typeface="Calibri"/>
              </a:rPr>
              <a:t>●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5210" y="5144572"/>
            <a:ext cx="11938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9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65250" y="5141595"/>
            <a:ext cx="7040245" cy="1301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sz="1750" spc="5" dirty="0">
                <a:latin typeface="Calibri"/>
                <a:cs typeface="Calibri"/>
              </a:rPr>
              <a:t>S</a:t>
            </a:r>
            <a:r>
              <a:rPr sz="1750" dirty="0">
                <a:latin typeface="Calibri"/>
                <a:cs typeface="Calibri"/>
              </a:rPr>
              <a:t>o</a:t>
            </a:r>
            <a:r>
              <a:rPr sz="1750" spc="-5" dirty="0">
                <a:latin typeface="Calibri"/>
                <a:cs typeface="Calibri"/>
              </a:rPr>
              <a:t>u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5" dirty="0">
                <a:latin typeface="Calibri"/>
                <a:cs typeface="Calibri"/>
              </a:rPr>
              <a:t>e </a:t>
            </a:r>
            <a:r>
              <a:rPr sz="1750" dirty="0">
                <a:latin typeface="Calibri"/>
                <a:cs typeface="Calibri"/>
              </a:rPr>
              <a:t>fro</a:t>
            </a:r>
            <a:r>
              <a:rPr sz="1750" spc="10" dirty="0">
                <a:latin typeface="Calibri"/>
                <a:cs typeface="Calibri"/>
              </a:rPr>
              <a:t>m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spc="5" dirty="0">
                <a:latin typeface="Calibri"/>
                <a:cs typeface="Calibri"/>
              </a:rPr>
              <a:t>o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i</a:t>
            </a:r>
            <a:r>
              <a:rPr sz="1750" spc="5" dirty="0">
                <a:latin typeface="Calibri"/>
                <a:cs typeface="Calibri"/>
              </a:rPr>
              <a:t>nd</a:t>
            </a:r>
            <a:r>
              <a:rPr sz="1750" dirty="0">
                <a:latin typeface="Calibri"/>
                <a:cs typeface="Calibri"/>
              </a:rPr>
              <a:t>ivi</a:t>
            </a:r>
            <a:r>
              <a:rPr sz="1750" spc="-5" dirty="0">
                <a:latin typeface="Calibri"/>
                <a:cs typeface="Calibri"/>
              </a:rPr>
              <a:t>d</a:t>
            </a:r>
            <a:r>
              <a:rPr sz="1750" spc="5" dirty="0">
                <a:latin typeface="Calibri"/>
                <a:cs typeface="Calibri"/>
              </a:rPr>
              <a:t>u</a:t>
            </a:r>
            <a:r>
              <a:rPr sz="1750" dirty="0">
                <a:latin typeface="Calibri"/>
                <a:cs typeface="Calibri"/>
              </a:rPr>
              <a:t>al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i</a:t>
            </a:r>
            <a:r>
              <a:rPr sz="1750" spc="5" dirty="0">
                <a:latin typeface="Calibri"/>
                <a:cs typeface="Calibri"/>
              </a:rPr>
              <a:t>de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dirty="0">
                <a:latin typeface="Calibri"/>
                <a:cs typeface="Calibri"/>
              </a:rPr>
              <a:t>ifia</a:t>
            </a:r>
            <a:r>
              <a:rPr sz="1750" spc="5" dirty="0">
                <a:latin typeface="Calibri"/>
                <a:cs typeface="Calibri"/>
              </a:rPr>
              <a:t>b</a:t>
            </a:r>
            <a:r>
              <a:rPr sz="1750" spc="-10" dirty="0">
                <a:latin typeface="Calibri"/>
                <a:cs typeface="Calibri"/>
              </a:rPr>
              <a:t>l</a:t>
            </a:r>
            <a:r>
              <a:rPr sz="1750" spc="5" dirty="0">
                <a:latin typeface="Calibri"/>
                <a:cs typeface="Calibri"/>
              </a:rPr>
              <a:t>e 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u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50" spc="5" dirty="0">
                <a:latin typeface="Calibri"/>
                <a:cs typeface="Calibri"/>
              </a:rPr>
              <a:t>h</a:t>
            </a:r>
            <a:r>
              <a:rPr sz="1750" dirty="0">
                <a:latin typeface="Calibri"/>
                <a:cs typeface="Calibri"/>
              </a:rPr>
              <a:t>or</a:t>
            </a:r>
            <a:r>
              <a:rPr sz="1750" spc="5" dirty="0">
                <a:latin typeface="Calibri"/>
                <a:cs typeface="Calibri"/>
              </a:rPr>
              <a:t>s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sh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-10" dirty="0">
                <a:latin typeface="Calibri"/>
                <a:cs typeface="Calibri"/>
              </a:rPr>
              <a:t>l</a:t>
            </a:r>
            <a:r>
              <a:rPr sz="1750" dirty="0">
                <a:latin typeface="Calibri"/>
                <a:cs typeface="Calibri"/>
              </a:rPr>
              <a:t>l </a:t>
            </a:r>
            <a:r>
              <a:rPr sz="1750" spc="5" dirty="0">
                <a:latin typeface="Calibri"/>
                <a:cs typeface="Calibri"/>
              </a:rPr>
              <a:t>be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-10" dirty="0">
                <a:latin typeface="Calibri"/>
                <a:cs typeface="Calibri"/>
              </a:rPr>
              <a:t>i</a:t>
            </a:r>
            <a:r>
              <a:rPr sz="1750" spc="1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e</a:t>
            </a:r>
            <a:r>
              <a:rPr sz="1750" spc="5" dirty="0">
                <a:latin typeface="Calibri"/>
                <a:cs typeface="Calibri"/>
              </a:rPr>
              <a:t>d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to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h</a:t>
            </a:r>
            <a:r>
              <a:rPr sz="1750" spc="5" dirty="0">
                <a:latin typeface="Calibri"/>
                <a:cs typeface="Calibri"/>
              </a:rPr>
              <a:t>e 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spc="5" dirty="0">
                <a:latin typeface="Calibri"/>
                <a:cs typeface="Calibri"/>
              </a:rPr>
              <a:t>ame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of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the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or</a:t>
            </a:r>
            <a:r>
              <a:rPr sz="1750" spc="15" dirty="0">
                <a:latin typeface="Calibri"/>
                <a:cs typeface="Calibri"/>
              </a:rPr>
              <a:t>g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dirty="0">
                <a:latin typeface="Calibri"/>
                <a:cs typeface="Calibri"/>
              </a:rPr>
              <a:t>iza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io</a:t>
            </a:r>
            <a:r>
              <a:rPr sz="1750" spc="5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to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wh</a:t>
            </a:r>
            <a:r>
              <a:rPr sz="1750" spc="-10" dirty="0">
                <a:latin typeface="Calibri"/>
                <a:cs typeface="Calibri"/>
              </a:rPr>
              <a:t>i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5" dirty="0">
                <a:latin typeface="Calibri"/>
                <a:cs typeface="Calibri"/>
              </a:rPr>
              <a:t>h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the</a:t>
            </a:r>
            <a:r>
              <a:rPr sz="1750" spc="-5" dirty="0">
                <a:latin typeface="Calibri"/>
                <a:cs typeface="Calibri"/>
              </a:rPr>
              <a:t> s</a:t>
            </a:r>
            <a:r>
              <a:rPr sz="1750" dirty="0">
                <a:latin typeface="Calibri"/>
                <a:cs typeface="Calibri"/>
              </a:rPr>
              <a:t>o</a:t>
            </a:r>
            <a:r>
              <a:rPr sz="1750" spc="5" dirty="0">
                <a:latin typeface="Calibri"/>
                <a:cs typeface="Calibri"/>
              </a:rPr>
              <a:t>u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i</a:t>
            </a:r>
            <a:r>
              <a:rPr sz="1750" spc="5" dirty="0">
                <a:latin typeface="Calibri"/>
                <a:cs typeface="Calibri"/>
              </a:rPr>
              <a:t>s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tt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-5" dirty="0">
                <a:latin typeface="Calibri"/>
                <a:cs typeface="Calibri"/>
              </a:rPr>
              <a:t>ib</a:t>
            </a:r>
            <a:r>
              <a:rPr sz="1750" spc="5" dirty="0">
                <a:latin typeface="Calibri"/>
                <a:cs typeface="Calibri"/>
              </a:rPr>
              <a:t>uted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-10" dirty="0">
                <a:latin typeface="Calibri"/>
                <a:cs typeface="Calibri"/>
              </a:rPr>
              <a:t>.</a:t>
            </a:r>
            <a:r>
              <a:rPr sz="1750" spc="5" dirty="0">
                <a:latin typeface="Calibri"/>
                <a:cs typeface="Calibri"/>
              </a:rPr>
              <a:t>g.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I</a:t>
            </a:r>
            <a:r>
              <a:rPr sz="1750" spc="5" dirty="0">
                <a:latin typeface="Calibri"/>
                <a:cs typeface="Calibri"/>
              </a:rPr>
              <a:t>nte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n</a:t>
            </a:r>
            <a:r>
              <a:rPr sz="1750" dirty="0">
                <a:latin typeface="Calibri"/>
                <a:cs typeface="Calibri"/>
              </a:rPr>
              <a:t>al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p</a:t>
            </a:r>
            <a:r>
              <a:rPr sz="1750" dirty="0">
                <a:latin typeface="Calibri"/>
                <a:cs typeface="Calibri"/>
              </a:rPr>
              <a:t>ro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-5" dirty="0">
                <a:latin typeface="Calibri"/>
                <a:cs typeface="Calibri"/>
              </a:rPr>
              <a:t>e</a:t>
            </a:r>
            <a:r>
              <a:rPr sz="1750" spc="5" dirty="0">
                <a:latin typeface="Calibri"/>
                <a:cs typeface="Calibri"/>
              </a:rPr>
              <a:t>du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for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p</a:t>
            </a:r>
            <a:r>
              <a:rPr sz="1750" spc="-5" dirty="0">
                <a:latin typeface="Calibri"/>
                <a:cs typeface="Calibri"/>
              </a:rPr>
              <a:t>u</a:t>
            </a:r>
            <a:r>
              <a:rPr sz="1750" spc="5" dirty="0">
                <a:latin typeface="Calibri"/>
                <a:cs typeface="Calibri"/>
              </a:rPr>
              <a:t>b</a:t>
            </a:r>
            <a:r>
              <a:rPr sz="1750" spc="-5" dirty="0">
                <a:latin typeface="Calibri"/>
                <a:cs typeface="Calibri"/>
              </a:rPr>
              <a:t>lis</a:t>
            </a:r>
            <a:r>
              <a:rPr sz="1750" spc="5" dirty="0">
                <a:latin typeface="Calibri"/>
                <a:cs typeface="Calibri"/>
              </a:rPr>
              <a:t>h</a:t>
            </a:r>
            <a:r>
              <a:rPr sz="1750" spc="-5" dirty="0">
                <a:latin typeface="Calibri"/>
                <a:cs typeface="Calibri"/>
              </a:rPr>
              <a:t>in</a:t>
            </a:r>
            <a:r>
              <a:rPr sz="1750" spc="5" dirty="0">
                <a:latin typeface="Calibri"/>
                <a:cs typeface="Calibri"/>
              </a:rPr>
              <a:t>g s</a:t>
            </a:r>
            <a:r>
              <a:rPr sz="1750" dirty="0">
                <a:latin typeface="Calibri"/>
                <a:cs typeface="Calibri"/>
              </a:rPr>
              <a:t>ci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ifi</a:t>
            </a:r>
            <a:r>
              <a:rPr sz="1750" spc="5" dirty="0">
                <a:latin typeface="Calibri"/>
                <a:cs typeface="Calibri"/>
              </a:rPr>
              <a:t>c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p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-5" dirty="0">
                <a:latin typeface="Calibri"/>
                <a:cs typeface="Calibri"/>
              </a:rPr>
              <a:t>p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s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(HC</a:t>
            </a:r>
            <a:r>
              <a:rPr sz="1750" spc="15" dirty="0">
                <a:latin typeface="Calibri"/>
                <a:cs typeface="Calibri"/>
              </a:rPr>
              <a:t>M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Un</a:t>
            </a:r>
            <a:r>
              <a:rPr sz="1750" dirty="0">
                <a:latin typeface="Calibri"/>
                <a:cs typeface="Calibri"/>
              </a:rPr>
              <a:t>iv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s</a:t>
            </a:r>
            <a:r>
              <a:rPr sz="1750" spc="-5" dirty="0">
                <a:latin typeface="Calibri"/>
                <a:cs typeface="Calibri"/>
              </a:rPr>
              <a:t>i</a:t>
            </a:r>
            <a:r>
              <a:rPr sz="1750" spc="5" dirty="0">
                <a:latin typeface="Calibri"/>
                <a:cs typeface="Calibri"/>
              </a:rPr>
              <a:t>ty</a:t>
            </a:r>
            <a:r>
              <a:rPr sz="1750" spc="-5" dirty="0">
                <a:latin typeface="Calibri"/>
                <a:cs typeface="Calibri"/>
              </a:rPr>
              <a:t> o</a:t>
            </a:r>
            <a:r>
              <a:rPr sz="1750" spc="5" dirty="0">
                <a:latin typeface="Calibri"/>
                <a:cs typeface="Calibri"/>
              </a:rPr>
              <a:t>f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-5" dirty="0">
                <a:latin typeface="Calibri"/>
                <a:cs typeface="Calibri"/>
              </a:rPr>
              <a:t>h</a:t>
            </a:r>
            <a:r>
              <a:rPr sz="1750" spc="5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o</a:t>
            </a:r>
            <a:r>
              <a:rPr sz="1750" dirty="0">
                <a:latin typeface="Calibri"/>
                <a:cs typeface="Calibri"/>
              </a:rPr>
              <a:t>lo</a:t>
            </a:r>
            <a:r>
              <a:rPr sz="1750" spc="5" dirty="0">
                <a:latin typeface="Calibri"/>
                <a:cs typeface="Calibri"/>
              </a:rPr>
              <a:t>g</a:t>
            </a:r>
            <a:r>
              <a:rPr sz="1750" spc="-5" dirty="0">
                <a:latin typeface="Calibri"/>
                <a:cs typeface="Calibri"/>
              </a:rPr>
              <a:t>y</a:t>
            </a:r>
            <a:r>
              <a:rPr sz="1750" dirty="0">
                <a:latin typeface="Calibri"/>
                <a:cs typeface="Calibri"/>
              </a:rPr>
              <a:t>,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2005).</a:t>
            </a:r>
          </a:p>
          <a:p>
            <a:pPr marL="12700" marR="141605">
              <a:lnSpc>
                <a:spcPts val="1920"/>
              </a:lnSpc>
              <a:spcBef>
                <a:spcPts val="590"/>
              </a:spcBef>
            </a:pPr>
            <a:r>
              <a:rPr sz="1750" dirty="0">
                <a:latin typeface="Calibri"/>
                <a:cs typeface="Calibri"/>
              </a:rPr>
              <a:t>I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spc="1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e</a:t>
            </a:r>
            <a:r>
              <a:rPr sz="1750" spc="10" dirty="0">
                <a:latin typeface="Calibri"/>
                <a:cs typeface="Calibri"/>
              </a:rPr>
              <a:t>r</a:t>
            </a:r>
            <a:r>
              <a:rPr sz="1750" spc="-5" dirty="0">
                <a:latin typeface="Calibri"/>
                <a:cs typeface="Calibri"/>
              </a:rPr>
              <a:t>n</a:t>
            </a:r>
            <a:r>
              <a:rPr sz="1750" spc="5" dirty="0">
                <a:latin typeface="Calibri"/>
                <a:cs typeface="Calibri"/>
              </a:rPr>
              <a:t>et 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dirty="0">
                <a:latin typeface="Calibri"/>
                <a:cs typeface="Calibri"/>
              </a:rPr>
              <a:t>o</a:t>
            </a:r>
            <a:r>
              <a:rPr sz="1750" spc="-5" dirty="0">
                <a:latin typeface="Calibri"/>
                <a:cs typeface="Calibri"/>
              </a:rPr>
              <a:t>u</a:t>
            </a:r>
            <a:r>
              <a:rPr sz="1750" spc="10" dirty="0">
                <a:latin typeface="Calibri"/>
                <a:cs typeface="Calibri"/>
              </a:rPr>
              <a:t>rc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wi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h</a:t>
            </a:r>
            <a:r>
              <a:rPr sz="1750" dirty="0">
                <a:latin typeface="Calibri"/>
                <a:cs typeface="Calibri"/>
              </a:rPr>
              <a:t>o</a:t>
            </a:r>
            <a:r>
              <a:rPr sz="1750" spc="-5" dirty="0">
                <a:latin typeface="Calibri"/>
                <a:cs typeface="Calibri"/>
              </a:rPr>
              <a:t>u</a:t>
            </a:r>
            <a:r>
              <a:rPr sz="1750" spc="5" dirty="0">
                <a:latin typeface="Calibri"/>
                <a:cs typeface="Calibri"/>
              </a:rPr>
              <a:t>t 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ny</a:t>
            </a:r>
            <a:r>
              <a:rPr sz="1750" spc="-5" dirty="0">
                <a:latin typeface="Calibri"/>
                <a:cs typeface="Calibri"/>
              </a:rPr>
              <a:t> id</a:t>
            </a:r>
            <a:r>
              <a:rPr sz="1750" spc="5" dirty="0">
                <a:latin typeface="Calibri"/>
                <a:cs typeface="Calibri"/>
              </a:rPr>
              <a:t>ent</a:t>
            </a:r>
            <a:r>
              <a:rPr sz="1750" dirty="0">
                <a:latin typeface="Calibri"/>
                <a:cs typeface="Calibri"/>
              </a:rPr>
              <a:t>ifia</a:t>
            </a:r>
            <a:r>
              <a:rPr sz="1750" spc="-5" dirty="0">
                <a:latin typeface="Calibri"/>
                <a:cs typeface="Calibri"/>
              </a:rPr>
              <a:t>bl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a</a:t>
            </a:r>
            <a:r>
              <a:rPr sz="1750" spc="-5" dirty="0">
                <a:latin typeface="Calibri"/>
                <a:cs typeface="Calibri"/>
              </a:rPr>
              <a:t>u</a:t>
            </a:r>
            <a:r>
              <a:rPr sz="1750" spc="5" dirty="0">
                <a:latin typeface="Calibri"/>
                <a:cs typeface="Calibri"/>
              </a:rPr>
              <a:t>th</a:t>
            </a:r>
            <a:r>
              <a:rPr sz="1750" spc="-5" dirty="0">
                <a:latin typeface="Calibri"/>
                <a:cs typeface="Calibri"/>
              </a:rPr>
              <a:t>o</a:t>
            </a:r>
            <a:r>
              <a:rPr sz="1750" spc="5" dirty="0">
                <a:latin typeface="Calibri"/>
                <a:cs typeface="Calibri"/>
              </a:rPr>
              <a:t>r</a:t>
            </a:r>
            <a:r>
              <a:rPr sz="1750" dirty="0">
                <a:latin typeface="Calibri"/>
                <a:cs typeface="Calibri"/>
              </a:rPr>
              <a:t> o</a:t>
            </a:r>
            <a:r>
              <a:rPr sz="1750" spc="5" dirty="0">
                <a:latin typeface="Calibri"/>
                <a:cs typeface="Calibri"/>
              </a:rPr>
              <a:t>r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d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5" dirty="0">
                <a:latin typeface="Calibri"/>
                <a:cs typeface="Calibri"/>
              </a:rPr>
              <a:t>te,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dirty="0">
                <a:latin typeface="Calibri"/>
                <a:cs typeface="Calibri"/>
              </a:rPr>
              <a:t>im</a:t>
            </a:r>
            <a:r>
              <a:rPr sz="1750" spc="-5" dirty="0">
                <a:latin typeface="Calibri"/>
                <a:cs typeface="Calibri"/>
              </a:rPr>
              <a:t>pl</a:t>
            </a:r>
            <a:r>
              <a:rPr sz="1750" spc="5" dirty="0">
                <a:latin typeface="Calibri"/>
                <a:cs typeface="Calibri"/>
              </a:rPr>
              <a:t>y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u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spc="5" dirty="0">
                <a:latin typeface="Calibri"/>
                <a:cs typeface="Calibri"/>
              </a:rPr>
              <a:t>e t</a:t>
            </a:r>
            <a:r>
              <a:rPr sz="1750" spc="-5" dirty="0">
                <a:latin typeface="Calibri"/>
                <a:cs typeface="Calibri"/>
              </a:rPr>
              <a:t>h</a:t>
            </a:r>
            <a:r>
              <a:rPr sz="1750" spc="5" dirty="0">
                <a:latin typeface="Calibri"/>
                <a:cs typeface="Calibri"/>
              </a:rPr>
              <a:t>e U</a:t>
            </a:r>
            <a:r>
              <a:rPr sz="1750" spc="-5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L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a</a:t>
            </a:r>
            <a:r>
              <a:rPr sz="1750" spc="-5" dirty="0">
                <a:latin typeface="Calibri"/>
                <a:cs typeface="Calibri"/>
              </a:rPr>
              <a:t>d</a:t>
            </a:r>
            <a:r>
              <a:rPr sz="1750" spc="5" dirty="0">
                <a:latin typeface="Calibri"/>
                <a:cs typeface="Calibri"/>
              </a:rPr>
              <a:t>d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ess</a:t>
            </a:r>
            <a:r>
              <a:rPr sz="1750" spc="-5" dirty="0">
                <a:latin typeface="Calibri"/>
                <a:cs typeface="Calibri"/>
              </a:rPr>
              <a:t> d</a:t>
            </a:r>
            <a:r>
              <a:rPr sz="1750" dirty="0">
                <a:latin typeface="Calibri"/>
                <a:cs typeface="Calibri"/>
              </a:rPr>
              <a:t>ir</a:t>
            </a:r>
            <a:r>
              <a:rPr sz="1750" spc="5" dirty="0">
                <a:latin typeface="Calibri"/>
                <a:cs typeface="Calibri"/>
              </a:rPr>
              <a:t>e</a:t>
            </a:r>
            <a:r>
              <a:rPr sz="1750" spc="10" dirty="0">
                <a:latin typeface="Calibri"/>
                <a:cs typeface="Calibri"/>
              </a:rPr>
              <a:t>c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l</a:t>
            </a:r>
            <a:r>
              <a:rPr sz="1750" spc="5" dirty="0">
                <a:latin typeface="Calibri"/>
                <a:cs typeface="Calibri"/>
              </a:rPr>
              <a:t>y</a:t>
            </a:r>
            <a:r>
              <a:rPr sz="1750" spc="-5" dirty="0">
                <a:latin typeface="Calibri"/>
                <a:cs typeface="Calibri"/>
              </a:rPr>
              <a:t> i</a:t>
            </a:r>
            <a:r>
              <a:rPr sz="1750" spc="5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-5" dirty="0">
                <a:latin typeface="Calibri"/>
                <a:cs typeface="Calibri"/>
              </a:rPr>
              <a:t>h</a:t>
            </a:r>
            <a:r>
              <a:rPr sz="1750" spc="5" dirty="0">
                <a:latin typeface="Calibri"/>
                <a:cs typeface="Calibri"/>
              </a:rPr>
              <a:t>e te</a:t>
            </a:r>
            <a:r>
              <a:rPr sz="1750" spc="-10" dirty="0">
                <a:latin typeface="Calibri"/>
                <a:cs typeface="Calibri"/>
              </a:rPr>
              <a:t>x</a:t>
            </a:r>
            <a:r>
              <a:rPr sz="1750" spc="5" dirty="0">
                <a:latin typeface="Calibri"/>
                <a:cs typeface="Calibri"/>
              </a:rPr>
              <a:t>t e</a:t>
            </a:r>
            <a:r>
              <a:rPr sz="1750" spc="-10" dirty="0">
                <a:latin typeface="Calibri"/>
                <a:cs typeface="Calibri"/>
              </a:rPr>
              <a:t>.</a:t>
            </a:r>
            <a:r>
              <a:rPr sz="1750" spc="5" dirty="0">
                <a:latin typeface="Calibri"/>
                <a:cs typeface="Calibri"/>
              </a:rPr>
              <a:t>g.</a:t>
            </a:r>
            <a:r>
              <a:rPr sz="1750" spc="30" dirty="0">
                <a:latin typeface="Calibri"/>
                <a:cs typeface="Calibri"/>
              </a:rPr>
              <a:t> </a:t>
            </a:r>
            <a:r>
              <a:rPr sz="1750" i="1" dirty="0">
                <a:latin typeface="Calibri"/>
                <a:cs typeface="Calibri"/>
              </a:rPr>
              <a:t>f</a:t>
            </a:r>
            <a:r>
              <a:rPr sz="1750" i="1" spc="-5" dirty="0">
                <a:latin typeface="Calibri"/>
                <a:cs typeface="Calibri"/>
              </a:rPr>
              <a:t>a</a:t>
            </a:r>
            <a:r>
              <a:rPr sz="1750" i="1" spc="10" dirty="0">
                <a:latin typeface="Calibri"/>
                <a:cs typeface="Calibri"/>
              </a:rPr>
              <a:t>c</a:t>
            </a:r>
            <a:r>
              <a:rPr sz="1750" i="1" spc="5" dirty="0">
                <a:latin typeface="Calibri"/>
                <a:cs typeface="Calibri"/>
              </a:rPr>
              <a:t>t</a:t>
            </a:r>
            <a:r>
              <a:rPr sz="1750" i="1" spc="-5" dirty="0">
                <a:latin typeface="Calibri"/>
                <a:cs typeface="Calibri"/>
              </a:rPr>
              <a:t> </a:t>
            </a:r>
            <a:r>
              <a:rPr sz="1750" i="1" spc="5" dirty="0">
                <a:latin typeface="Calibri"/>
                <a:cs typeface="Calibri"/>
              </a:rPr>
              <a:t>F</a:t>
            </a:r>
            <a:r>
              <a:rPr sz="1750" i="1" spc="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  <a:hlinkClick r:id="rId4"/>
              </a:rPr>
              <a:t>(</a:t>
            </a:r>
            <a:r>
              <a:rPr sz="1750" spc="-5" dirty="0">
                <a:latin typeface="Calibri"/>
                <a:cs typeface="Calibri"/>
                <a:hlinkClick r:id="rId4"/>
              </a:rPr>
              <a:t>h</a:t>
            </a:r>
            <a:r>
              <a:rPr sz="1750" spc="5" dirty="0">
                <a:latin typeface="Calibri"/>
                <a:cs typeface="Calibri"/>
              </a:rPr>
              <a:t>t</a:t>
            </a:r>
            <a:r>
              <a:rPr sz="1750" spc="5" dirty="0">
                <a:latin typeface="Calibri"/>
                <a:cs typeface="Calibri"/>
                <a:hlinkClick r:id="rId4"/>
              </a:rPr>
              <a:t>tp:</a:t>
            </a:r>
            <a:r>
              <a:rPr sz="1750" spc="-5" dirty="0">
                <a:latin typeface="Calibri"/>
                <a:cs typeface="Calibri"/>
                <a:hlinkClick r:id="rId4"/>
              </a:rPr>
              <a:t>/</a:t>
            </a:r>
            <a:r>
              <a:rPr sz="1750" spc="5" dirty="0">
                <a:latin typeface="Calibri"/>
                <a:cs typeface="Calibri"/>
                <a:hlinkClick r:id="rId4"/>
              </a:rPr>
              <a:t>/</a:t>
            </a:r>
            <a:r>
              <a:rPr sz="1750" dirty="0">
                <a:latin typeface="Calibri"/>
                <a:cs typeface="Calibri"/>
                <a:hlinkClick r:id="rId4"/>
              </a:rPr>
              <a:t>x</a:t>
            </a:r>
            <a:r>
              <a:rPr sz="1750" spc="-10" dirty="0">
                <a:latin typeface="Calibri"/>
                <a:cs typeface="Calibri"/>
                <a:hlinkClick r:id="rId4"/>
              </a:rPr>
              <a:t>x</a:t>
            </a:r>
            <a:r>
              <a:rPr sz="1750" dirty="0">
                <a:latin typeface="Calibri"/>
                <a:cs typeface="Calibri"/>
                <a:hlinkClick r:id="rId4"/>
              </a:rPr>
              <a:t>x</a:t>
            </a:r>
            <a:r>
              <a:rPr sz="1750" spc="-10" dirty="0">
                <a:latin typeface="Calibri"/>
                <a:cs typeface="Calibri"/>
                <a:hlinkClick r:id="rId4"/>
              </a:rPr>
              <a:t>.</a:t>
            </a:r>
            <a:r>
              <a:rPr sz="1750" spc="5" dirty="0">
                <a:latin typeface="Calibri"/>
                <a:cs typeface="Calibri"/>
                <a:hlinkClick r:id="rId4"/>
              </a:rPr>
              <a:t>y</a:t>
            </a:r>
            <a:r>
              <a:rPr sz="1750" spc="-5" dirty="0">
                <a:latin typeface="Calibri"/>
                <a:cs typeface="Calibri"/>
                <a:hlinkClick r:id="rId4"/>
              </a:rPr>
              <a:t>y</a:t>
            </a:r>
            <a:r>
              <a:rPr sz="1750" spc="5" dirty="0">
                <a:latin typeface="Calibri"/>
                <a:cs typeface="Calibri"/>
                <a:hlinkClick r:id="rId4"/>
              </a:rPr>
              <a:t>y</a:t>
            </a:r>
            <a:r>
              <a:rPr sz="1750" spc="-10" dirty="0">
                <a:latin typeface="Calibri"/>
                <a:cs typeface="Calibri"/>
                <a:hlinkClick r:id="rId4"/>
              </a:rPr>
              <a:t>.</a:t>
            </a:r>
            <a:r>
              <a:rPr sz="1750" spc="5" dirty="0">
                <a:latin typeface="Calibri"/>
                <a:cs typeface="Calibri"/>
                <a:hlinkClick r:id="rId4"/>
              </a:rPr>
              <a:t>e</a:t>
            </a:r>
            <a:r>
              <a:rPr sz="1750" spc="-5" dirty="0">
                <a:latin typeface="Calibri"/>
                <a:cs typeface="Calibri"/>
                <a:hlinkClick r:id="rId4"/>
              </a:rPr>
              <a:t>d</a:t>
            </a:r>
            <a:r>
              <a:rPr sz="1750" spc="5" dirty="0">
                <a:latin typeface="Calibri"/>
                <a:cs typeface="Calibri"/>
                <a:hlinkClick r:id="rId4"/>
              </a:rPr>
              <a:t>u/</a:t>
            </a:r>
            <a:r>
              <a:rPr sz="1750" spc="-5" dirty="0">
                <a:latin typeface="Calibri"/>
                <a:cs typeface="Calibri"/>
                <a:hlinkClick r:id="rId4"/>
              </a:rPr>
              <a:t>n</a:t>
            </a:r>
            <a:r>
              <a:rPr sz="1750" spc="5" dirty="0">
                <a:latin typeface="Calibri"/>
                <a:cs typeface="Calibri"/>
                <a:hlinkClick r:id="rId4"/>
              </a:rPr>
              <a:t>n</a:t>
            </a:r>
            <a:r>
              <a:rPr sz="1750" spc="-5" dirty="0">
                <a:latin typeface="Calibri"/>
                <a:cs typeface="Calibri"/>
                <a:hlinkClick r:id="rId4"/>
              </a:rPr>
              <a:t>n</a:t>
            </a:r>
            <a:r>
              <a:rPr sz="1750" spc="5" dirty="0">
                <a:latin typeface="Calibri"/>
                <a:cs typeface="Calibri"/>
                <a:hlinkClick r:id="rId4"/>
              </a:rPr>
              <a:t>/</a:t>
            </a:r>
            <a:r>
              <a:rPr sz="1750" dirty="0">
                <a:latin typeface="Calibri"/>
                <a:cs typeface="Calibri"/>
                <a:hlinkClick r:id="rId4"/>
              </a:rPr>
              <a:t>fac</a:t>
            </a:r>
            <a:r>
              <a:rPr sz="1750" spc="5" dirty="0">
                <a:latin typeface="Calibri"/>
                <a:cs typeface="Calibri"/>
                <a:hlinkClick r:id="rId4"/>
              </a:rPr>
              <a:t>t</a:t>
            </a:r>
            <a:r>
              <a:rPr sz="1750" spc="-5" dirty="0">
                <a:latin typeface="Calibri"/>
                <a:cs typeface="Calibri"/>
                <a:hlinkClick r:id="rId4"/>
              </a:rPr>
              <a:t>.h</a:t>
            </a:r>
            <a:r>
              <a:rPr sz="1750" spc="15" dirty="0">
                <a:latin typeface="Calibri"/>
                <a:cs typeface="Calibri"/>
                <a:hlinkClick r:id="rId4"/>
              </a:rPr>
              <a:t>t</a:t>
            </a:r>
            <a:r>
              <a:rPr sz="1750" spc="-5" dirty="0">
                <a:latin typeface="Calibri"/>
                <a:cs typeface="Calibri"/>
                <a:hlinkClick r:id="rId4"/>
              </a:rPr>
              <a:t>ml).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5210" y="5951022"/>
            <a:ext cx="11938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9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8AC3640-EAD6-4430-BB62-DC4526BAFFFB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ts val="4790"/>
              </a:lnSpc>
            </a:pPr>
            <a:r>
              <a:rPr spc="-5" dirty="0"/>
              <a:t>Detai</a:t>
            </a:r>
            <a:r>
              <a:rPr spc="-15" dirty="0"/>
              <a:t>l</a:t>
            </a:r>
            <a:r>
              <a:rPr dirty="0"/>
              <a:t>s</a:t>
            </a:r>
            <a:r>
              <a:rPr spc="-10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5" dirty="0"/>
              <a:t> </a:t>
            </a:r>
            <a:r>
              <a:rPr spc="-25" dirty="0"/>
              <a:t>Refer</a:t>
            </a:r>
            <a:r>
              <a:rPr spc="-15" dirty="0"/>
              <a:t>e</a:t>
            </a:r>
            <a:r>
              <a:rPr spc="-25" dirty="0"/>
              <a:t>nc</a:t>
            </a:r>
            <a:r>
              <a:rPr spc="-20" dirty="0"/>
              <a:t>e</a:t>
            </a:r>
            <a:r>
              <a:rPr spc="-5" dirty="0"/>
              <a:t> L</a:t>
            </a:r>
            <a:r>
              <a:rPr spc="-10" dirty="0"/>
              <a:t>i</a:t>
            </a:r>
            <a:r>
              <a:rPr spc="-5" dirty="0"/>
              <a:t>s</a:t>
            </a:r>
            <a:r>
              <a:rPr spc="-10" dirty="0"/>
              <a:t>t</a:t>
            </a:r>
            <a:r>
              <a:rPr dirty="0"/>
              <a:t>s </a:t>
            </a:r>
            <a:r>
              <a:rPr spc="-5" dirty="0"/>
              <a:t>(</a:t>
            </a:r>
            <a:r>
              <a:rPr spc="-35" dirty="0"/>
              <a:t>B</a:t>
            </a:r>
            <a:r>
              <a:rPr spc="-10" dirty="0"/>
              <a:t>i</a:t>
            </a:r>
            <a:r>
              <a:rPr spc="-5" dirty="0"/>
              <a:t>b</a:t>
            </a:r>
            <a:r>
              <a:rPr spc="-10" dirty="0"/>
              <a:t>l</a:t>
            </a:r>
            <a:r>
              <a:rPr spc="-5" dirty="0"/>
              <a:t>iog</a:t>
            </a:r>
            <a:r>
              <a:rPr dirty="0"/>
              <a:t>raphy)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07340" y="1651204"/>
            <a:ext cx="5116195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buFont typeface="Trebuchet MS"/>
              <a:buChar char="•"/>
              <a:tabLst>
                <a:tab pos="250190" algn="l"/>
              </a:tabLst>
            </a:pP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po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t</a:t>
            </a:r>
            <a:r>
              <a:rPr sz="2000" b="1" i="1" spc="-15" dirty="0">
                <a:latin typeface="Calibri"/>
                <a:cs typeface="Calibri"/>
              </a:rPr>
              <a:t>r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5" dirty="0">
                <a:latin typeface="Calibri"/>
                <a:cs typeface="Calibri"/>
              </a:rPr>
              <a:t>c</a:t>
            </a:r>
            <a:r>
              <a:rPr sz="2000" b="1" i="1" spc="5" dirty="0">
                <a:latin typeface="Calibri"/>
                <a:cs typeface="Calibri"/>
              </a:rPr>
              <a:t>e</a:t>
            </a:r>
            <a:r>
              <a:rPr sz="2000" b="1" i="1" spc="-10" dirty="0">
                <a:latin typeface="Calibri"/>
                <a:cs typeface="Calibri"/>
              </a:rPr>
              <a:t>a</a:t>
            </a:r>
            <a:r>
              <a:rPr sz="2000" b="1" i="1" dirty="0">
                <a:latin typeface="Calibri"/>
                <a:cs typeface="Calibri"/>
              </a:rPr>
              <a:t>b</a:t>
            </a:r>
            <a:r>
              <a:rPr sz="2000" b="1" i="1" spc="-10" dirty="0">
                <a:latin typeface="Calibri"/>
                <a:cs typeface="Calibri"/>
              </a:rPr>
              <a:t>il</a:t>
            </a:r>
            <a:r>
              <a:rPr sz="2000" b="1" i="1" dirty="0">
                <a:latin typeface="Calibri"/>
                <a:cs typeface="Calibri"/>
              </a:rPr>
              <a:t>i</a:t>
            </a:r>
            <a:r>
              <a:rPr sz="2000" b="1" i="1" spc="-10" dirty="0">
                <a:latin typeface="Calibri"/>
                <a:cs typeface="Calibri"/>
              </a:rPr>
              <a:t>t</a:t>
            </a:r>
            <a:r>
              <a:rPr sz="2000" b="1" i="1" spc="5" dirty="0">
                <a:latin typeface="Calibri"/>
                <a:cs typeface="Calibri"/>
              </a:rPr>
              <a:t>y </a:t>
            </a:r>
            <a:r>
              <a:rPr sz="2000" spc="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1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te</a:t>
            </a:r>
            <a:r>
              <a:rPr sz="2000" spc="1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erence</a:t>
            </a:r>
            <a:r>
              <a:rPr sz="2000" spc="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50190" indent="-237490">
              <a:lnSpc>
                <a:spcPct val="100000"/>
              </a:lnSpc>
              <a:spcBef>
                <a:spcPts val="1460"/>
              </a:spcBef>
              <a:buFont typeface="Trebuchet MS"/>
              <a:buChar char="•"/>
              <a:tabLst>
                <a:tab pos="250190" algn="l"/>
              </a:tabLst>
            </a:pPr>
            <a:r>
              <a:rPr sz="2000" spc="-25" dirty="0">
                <a:latin typeface="Calibri"/>
                <a:cs typeface="Calibri"/>
              </a:rPr>
              <a:t>F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rma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510" y="2493327"/>
            <a:ext cx="544893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0415" algn="l"/>
              </a:tabLst>
            </a:pPr>
            <a:r>
              <a:rPr lang="en-US" sz="1850" spc="-10" dirty="0">
                <a:latin typeface="Calibri"/>
                <a:cs typeface="Calibri"/>
              </a:rPr>
              <a:t>- </a:t>
            </a:r>
            <a:r>
              <a:rPr sz="1850" spc="-10" dirty="0">
                <a:latin typeface="Calibri"/>
                <a:cs typeface="Calibri"/>
              </a:rPr>
              <a:t>Boo</a:t>
            </a:r>
            <a:r>
              <a:rPr sz="1850" spc="-15" dirty="0">
                <a:latin typeface="Calibri"/>
                <a:cs typeface="Calibri"/>
              </a:rPr>
              <a:t>ks</a:t>
            </a:r>
            <a:r>
              <a:rPr sz="1850" spc="-5" dirty="0">
                <a:latin typeface="Calibri"/>
                <a:cs typeface="Calibri"/>
              </a:rPr>
              <a:t>:</a:t>
            </a:r>
            <a:r>
              <a:rPr sz="1850" dirty="0">
                <a:latin typeface="Calibri"/>
                <a:cs typeface="Calibri"/>
              </a:rPr>
              <a:t>	</a:t>
            </a:r>
            <a:r>
              <a:rPr sz="1850" spc="-2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25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es,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i="1" spc="-10" dirty="0">
                <a:latin typeface="Calibri"/>
                <a:cs typeface="Calibri"/>
              </a:rPr>
              <a:t>Bo</a:t>
            </a:r>
            <a:r>
              <a:rPr sz="1850" i="1" spc="-15" dirty="0">
                <a:latin typeface="Calibri"/>
                <a:cs typeface="Calibri"/>
              </a:rPr>
              <a:t>o</a:t>
            </a:r>
            <a:r>
              <a:rPr sz="1850" i="1" spc="-10" dirty="0">
                <a:latin typeface="Calibri"/>
                <a:cs typeface="Calibri"/>
              </a:rPr>
              <a:t>k</a:t>
            </a:r>
            <a:r>
              <a:rPr sz="1850" i="1" spc="-5" dirty="0">
                <a:latin typeface="Calibri"/>
                <a:cs typeface="Calibri"/>
              </a:rPr>
              <a:t> Titl</a:t>
            </a:r>
            <a:r>
              <a:rPr sz="1850" i="1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,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ublishe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, </a:t>
            </a:r>
            <a:r>
              <a:rPr sz="1850" spc="-10" dirty="0">
                <a:latin typeface="Calibri"/>
                <a:cs typeface="Calibri"/>
              </a:rPr>
              <a:t>C</a:t>
            </a:r>
            <a:r>
              <a:rPr sz="1850" dirty="0">
                <a:latin typeface="Calibri"/>
                <a:cs typeface="Calibri"/>
              </a:rPr>
              <a:t>i</a:t>
            </a:r>
            <a:r>
              <a:rPr sz="1850" spc="-15" dirty="0">
                <a:latin typeface="Calibri"/>
                <a:cs typeface="Calibri"/>
              </a:rPr>
              <a:t>t</a:t>
            </a:r>
            <a:r>
              <a:rPr sz="1850" spc="-10" dirty="0">
                <a:latin typeface="Calibri"/>
                <a:cs typeface="Calibri"/>
              </a:rPr>
              <a:t>y,</a:t>
            </a:r>
            <a:r>
              <a:rPr sz="1850" spc="-5" dirty="0">
                <a:latin typeface="Calibri"/>
                <a:cs typeface="Calibri"/>
              </a:rPr>
              <a:t> n</a:t>
            </a:r>
            <a:r>
              <a:rPr sz="1850" dirty="0">
                <a:latin typeface="Calibri"/>
                <a:cs typeface="Calibri"/>
              </a:rPr>
              <a:t>.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p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ges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480" y="2833370"/>
            <a:ext cx="436308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5" dirty="0">
                <a:latin typeface="Calibri"/>
                <a:cs typeface="Calibri"/>
              </a:rPr>
              <a:t>Two or </a:t>
            </a:r>
            <a:r>
              <a:rPr sz="1650" spc="15" dirty="0">
                <a:latin typeface="Calibri"/>
                <a:cs typeface="Calibri"/>
              </a:rPr>
              <a:t>m</a:t>
            </a:r>
            <a:r>
              <a:rPr sz="1650" spc="5" dirty="0">
                <a:latin typeface="Calibri"/>
                <a:cs typeface="Calibri"/>
              </a:rPr>
              <a:t>o</a:t>
            </a:r>
            <a:r>
              <a:rPr sz="1650" spc="-5" dirty="0">
                <a:latin typeface="Calibri"/>
                <a:cs typeface="Calibri"/>
              </a:rPr>
              <a:t>r</a:t>
            </a:r>
            <a:r>
              <a:rPr sz="1650" spc="5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10" dirty="0">
                <a:latin typeface="Calibri"/>
                <a:cs typeface="Calibri"/>
              </a:rPr>
              <a:t>u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0" dirty="0">
                <a:latin typeface="Calibri"/>
                <a:cs typeface="Calibri"/>
              </a:rPr>
              <a:t>h</a:t>
            </a:r>
            <a:r>
              <a:rPr sz="1650" spc="5" dirty="0">
                <a:latin typeface="Calibri"/>
                <a:cs typeface="Calibri"/>
              </a:rPr>
              <a:t>or</a:t>
            </a:r>
            <a:r>
              <a:rPr sz="1650" spc="-5" dirty="0">
                <a:latin typeface="Calibri"/>
                <a:cs typeface="Calibri"/>
              </a:rPr>
              <a:t>s</a:t>
            </a:r>
            <a:r>
              <a:rPr sz="1650" dirty="0">
                <a:latin typeface="Calibri"/>
                <a:cs typeface="Calibri"/>
              </a:rPr>
              <a:t>: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5" dirty="0">
                <a:latin typeface="Calibri"/>
                <a:cs typeface="Calibri"/>
              </a:rPr>
              <a:t>rst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10" dirty="0">
                <a:latin typeface="Calibri"/>
                <a:cs typeface="Calibri"/>
              </a:rPr>
              <a:t>ut</a:t>
            </a:r>
            <a:r>
              <a:rPr sz="1650" dirty="0">
                <a:latin typeface="Calibri"/>
                <a:cs typeface="Calibri"/>
              </a:rPr>
              <a:t>h</a:t>
            </a:r>
            <a:r>
              <a:rPr sz="1650" spc="5" dirty="0">
                <a:latin typeface="Calibri"/>
                <a:cs typeface="Calibri"/>
              </a:rPr>
              <a:t>or a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d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l</a:t>
            </a:r>
            <a:r>
              <a:rPr sz="1650" spc="5" dirty="0">
                <a:latin typeface="Calibri"/>
                <a:cs typeface="Calibri"/>
              </a:rPr>
              <a:t>ast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a</a:t>
            </a:r>
            <a:r>
              <a:rPr sz="1650" spc="10" dirty="0">
                <a:latin typeface="Calibri"/>
                <a:cs typeface="Calibri"/>
              </a:rPr>
              <a:t>u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0" dirty="0">
                <a:latin typeface="Calibri"/>
                <a:cs typeface="Calibri"/>
              </a:rPr>
              <a:t>h</a:t>
            </a:r>
            <a:r>
              <a:rPr sz="1650" spc="-5" dirty="0">
                <a:latin typeface="Calibri"/>
                <a:cs typeface="Calibri"/>
              </a:rPr>
              <a:t>o</a:t>
            </a:r>
            <a:r>
              <a:rPr sz="1650" spc="5" dirty="0">
                <a:latin typeface="Calibri"/>
                <a:cs typeface="Calibri"/>
              </a:rPr>
              <a:t>r.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4785" y="3129170"/>
            <a:ext cx="6647180" cy="854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932305" algn="l"/>
              </a:tabLst>
            </a:pPr>
            <a:r>
              <a:rPr lang="en-US" sz="1850" spc="-5" dirty="0">
                <a:latin typeface="Calibri"/>
                <a:cs typeface="Calibri"/>
              </a:rPr>
              <a:t>- </a:t>
            </a:r>
            <a:r>
              <a:rPr sz="1850" spc="-5" dirty="0">
                <a:latin typeface="Calibri"/>
                <a:cs typeface="Calibri"/>
              </a:rPr>
              <a:t>In</a:t>
            </a:r>
            <a:r>
              <a:rPr sz="1850" dirty="0">
                <a:latin typeface="Calibri"/>
                <a:cs typeface="Calibri"/>
              </a:rPr>
              <a:t>-</a:t>
            </a:r>
            <a:r>
              <a:rPr sz="1850" spc="-10" dirty="0">
                <a:latin typeface="Calibri"/>
                <a:cs typeface="Calibri"/>
              </a:rPr>
              <a:t>Book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C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p</a:t>
            </a:r>
            <a:r>
              <a:rPr sz="1850" spc="-15" dirty="0">
                <a:latin typeface="Calibri"/>
                <a:cs typeface="Calibri"/>
              </a:rPr>
              <a:t>te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s:</a:t>
            </a:r>
            <a:r>
              <a:rPr sz="1850" dirty="0">
                <a:latin typeface="Calibri"/>
                <a:cs typeface="Calibri"/>
              </a:rPr>
              <a:t>	</a:t>
            </a:r>
            <a:r>
              <a:rPr sz="1850" spc="-2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mes</a:t>
            </a:r>
            <a:r>
              <a:rPr sz="1850" spc="-5" dirty="0">
                <a:latin typeface="Calibri"/>
                <a:cs typeface="Calibri"/>
              </a:rPr>
              <a:t>, D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te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pt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Tit</a:t>
            </a:r>
            <a:r>
              <a:rPr sz="1850" spc="-15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e,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30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th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or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dit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s,</a:t>
            </a:r>
            <a:r>
              <a:rPr lang="en-US" sz="1850" spc="-5" dirty="0">
                <a:latin typeface="Calibri"/>
                <a:cs typeface="Calibri"/>
              </a:rPr>
              <a:t> </a:t>
            </a:r>
            <a:r>
              <a:rPr lang="en-US" sz="1850" i="1" spc="-10" dirty="0">
                <a:cs typeface="Calibri"/>
              </a:rPr>
              <a:t>B</a:t>
            </a:r>
            <a:r>
              <a:rPr lang="en-US" sz="1850" i="1" spc="-15" dirty="0">
                <a:cs typeface="Calibri"/>
              </a:rPr>
              <a:t>oo</a:t>
            </a:r>
            <a:r>
              <a:rPr lang="en-US" sz="1850" i="1" spc="-10" dirty="0">
                <a:cs typeface="Calibri"/>
              </a:rPr>
              <a:t>k</a:t>
            </a:r>
            <a:r>
              <a:rPr lang="en-US" sz="1850" i="1" spc="-5" dirty="0">
                <a:cs typeface="Calibri"/>
              </a:rPr>
              <a:t> Titl</a:t>
            </a:r>
            <a:r>
              <a:rPr lang="en-US" sz="1850" i="1" spc="-10" dirty="0">
                <a:cs typeface="Calibri"/>
              </a:rPr>
              <a:t>e,</a:t>
            </a:r>
            <a:r>
              <a:rPr lang="en-US" sz="1850" i="1" spc="5" dirty="0">
                <a:cs typeface="Calibri"/>
              </a:rPr>
              <a:t> </a:t>
            </a:r>
            <a:r>
              <a:rPr lang="en-US" sz="1850" spc="-10" dirty="0">
                <a:cs typeface="Calibri"/>
              </a:rPr>
              <a:t>P</a:t>
            </a:r>
            <a:r>
              <a:rPr lang="en-US" sz="1850" spc="-5" dirty="0">
                <a:cs typeface="Calibri"/>
              </a:rPr>
              <a:t>ublishe</a:t>
            </a:r>
            <a:r>
              <a:rPr lang="en-US" sz="1850" spc="-15" dirty="0">
                <a:cs typeface="Calibri"/>
              </a:rPr>
              <a:t>r</a:t>
            </a:r>
            <a:r>
              <a:rPr lang="en-US" sz="1850" spc="-5" dirty="0">
                <a:cs typeface="Calibri"/>
              </a:rPr>
              <a:t>, </a:t>
            </a:r>
            <a:r>
              <a:rPr lang="en-US" sz="1850" spc="-10" dirty="0">
                <a:cs typeface="Calibri"/>
              </a:rPr>
              <a:t>C</a:t>
            </a:r>
            <a:r>
              <a:rPr lang="en-US" sz="1850" spc="-5" dirty="0">
                <a:cs typeface="Calibri"/>
              </a:rPr>
              <a:t>it</a:t>
            </a:r>
            <a:r>
              <a:rPr lang="en-US" sz="1850" spc="-10" dirty="0">
                <a:cs typeface="Calibri"/>
              </a:rPr>
              <a:t>y,</a:t>
            </a:r>
            <a:r>
              <a:rPr lang="en-US" sz="1850" spc="-15" dirty="0">
                <a:cs typeface="Calibri"/>
              </a:rPr>
              <a:t> </a:t>
            </a:r>
            <a:r>
              <a:rPr lang="en-US" sz="1850" spc="5" dirty="0">
                <a:cs typeface="Calibri"/>
              </a:rPr>
              <a:t>p</a:t>
            </a:r>
            <a:r>
              <a:rPr lang="en-US" sz="1850" spc="-5" dirty="0">
                <a:cs typeface="Calibri"/>
              </a:rPr>
              <a:t>p</a:t>
            </a:r>
            <a:r>
              <a:rPr lang="en-US" sz="1850" dirty="0">
                <a:cs typeface="Calibri"/>
              </a:rPr>
              <a:t>.</a:t>
            </a:r>
            <a:r>
              <a:rPr lang="en-US" sz="1850" spc="-10" dirty="0">
                <a:cs typeface="Calibri"/>
              </a:rPr>
              <a:t> </a:t>
            </a:r>
            <a:r>
              <a:rPr lang="en-US" sz="1850" spc="5" dirty="0" err="1">
                <a:cs typeface="Calibri"/>
              </a:rPr>
              <a:t>n</a:t>
            </a:r>
            <a:r>
              <a:rPr lang="en-US" sz="1850" spc="-5" dirty="0" err="1">
                <a:cs typeface="Calibri"/>
              </a:rPr>
              <a:t>nn</a:t>
            </a:r>
            <a:r>
              <a:rPr lang="en-US" sz="1850" dirty="0">
                <a:cs typeface="Calibri"/>
              </a:rPr>
              <a:t>-</a:t>
            </a:r>
            <a:r>
              <a:rPr lang="en-US" sz="1850" spc="-25" dirty="0">
                <a:cs typeface="Calibri"/>
              </a:rPr>
              <a:t>m</a:t>
            </a:r>
            <a:r>
              <a:rPr lang="en-US" sz="1850" spc="-15" dirty="0">
                <a:cs typeface="Calibri"/>
              </a:rPr>
              <a:t>m</a:t>
            </a:r>
            <a:r>
              <a:rPr lang="en-US" sz="1850" spc="-25" dirty="0">
                <a:cs typeface="Calibri"/>
              </a:rPr>
              <a:t>m</a:t>
            </a:r>
            <a:r>
              <a:rPr lang="en-US" sz="1850" dirty="0">
                <a:cs typeface="Calibri"/>
              </a:rPr>
              <a:t>.</a:t>
            </a:r>
          </a:p>
          <a:p>
            <a:pPr marL="12700">
              <a:lnSpc>
                <a:spcPct val="100000"/>
              </a:lnSpc>
              <a:tabLst>
                <a:tab pos="1932305" algn="l"/>
              </a:tabLst>
            </a:pPr>
            <a:endParaRPr sz="18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620" y="3435113"/>
            <a:ext cx="7673129" cy="833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525"/>
              </a:spcBef>
            </a:pPr>
            <a:endParaRPr lang="en-US" sz="1850" spc="-5" dirty="0">
              <a:latin typeface="Calibri"/>
              <a:cs typeface="Calibri"/>
            </a:endParaRPr>
          </a:p>
          <a:p>
            <a:pPr marL="12700" marR="5080">
              <a:lnSpc>
                <a:spcPts val="1989"/>
              </a:lnSpc>
              <a:spcBef>
                <a:spcPts val="525"/>
              </a:spcBef>
            </a:pPr>
            <a:r>
              <a:rPr lang="en-US" sz="1850" spc="-5" dirty="0">
                <a:latin typeface="Calibri"/>
                <a:cs typeface="Calibri"/>
              </a:rPr>
              <a:t>- </a:t>
            </a:r>
            <a:r>
              <a:rPr sz="1850" spc="-5" dirty="0">
                <a:latin typeface="Calibri"/>
                <a:cs typeface="Calibri"/>
              </a:rPr>
              <a:t>J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ticles</a:t>
            </a:r>
            <a:r>
              <a:rPr sz="1850" spc="120" dirty="0">
                <a:latin typeface="Calibri"/>
                <a:cs typeface="Calibri"/>
              </a:rPr>
              <a:t>:</a:t>
            </a:r>
            <a:r>
              <a:rPr sz="1850" spc="-20" dirty="0">
                <a:latin typeface="Calibri"/>
                <a:cs typeface="Calibri"/>
              </a:rPr>
              <a:t>N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e,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e,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ticl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Title,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i="1" spc="-15" dirty="0">
                <a:latin typeface="Calibri"/>
                <a:cs typeface="Calibri"/>
              </a:rPr>
              <a:t>Jour</a:t>
            </a:r>
            <a:r>
              <a:rPr sz="1850" i="1" spc="-5" dirty="0">
                <a:latin typeface="Calibri"/>
                <a:cs typeface="Calibri"/>
              </a:rPr>
              <a:t>na</a:t>
            </a:r>
            <a:r>
              <a:rPr sz="1850" i="1" dirty="0">
                <a:latin typeface="Calibri"/>
                <a:cs typeface="Calibri"/>
              </a:rPr>
              <a:t>l</a:t>
            </a:r>
            <a:r>
              <a:rPr sz="1850" i="1" spc="-5" dirty="0">
                <a:latin typeface="Calibri"/>
                <a:cs typeface="Calibri"/>
              </a:rPr>
              <a:t> Titl</a:t>
            </a:r>
            <a:r>
              <a:rPr sz="1850" i="1" spc="-10" dirty="0">
                <a:latin typeface="Calibri"/>
                <a:cs typeface="Calibri"/>
              </a:rPr>
              <a:t>e,</a:t>
            </a:r>
            <a:r>
              <a:rPr sz="1850" i="1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Vo</a:t>
            </a:r>
            <a:r>
              <a:rPr sz="1850" spc="-5" dirty="0">
                <a:latin typeface="Calibri"/>
                <a:cs typeface="Calibri"/>
              </a:rPr>
              <a:t>lu</a:t>
            </a:r>
            <a:r>
              <a:rPr sz="1850" spc="-15" dirty="0">
                <a:latin typeface="Calibri"/>
                <a:cs typeface="Calibri"/>
              </a:rPr>
              <a:t>me</a:t>
            </a:r>
            <a:r>
              <a:rPr lang="en-US" sz="1850" spc="-15" dirty="0">
                <a:latin typeface="Calibri"/>
                <a:cs typeface="Calibri"/>
              </a:rPr>
              <a:t> number, </a:t>
            </a:r>
            <a:r>
              <a:rPr sz="1850" spc="-5" dirty="0">
                <a:latin typeface="Calibri"/>
                <a:cs typeface="Calibri"/>
              </a:rPr>
              <a:t> Issu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nu</a:t>
            </a:r>
            <a:r>
              <a:rPr sz="1850" spc="-15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be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, pp</a:t>
            </a:r>
            <a:r>
              <a:rPr sz="1850" dirty="0">
                <a:latin typeface="Calibri"/>
                <a:cs typeface="Calibri"/>
              </a:rPr>
              <a:t>. </a:t>
            </a:r>
            <a:r>
              <a:rPr sz="1850" spc="-5" dirty="0">
                <a:latin typeface="Calibri"/>
                <a:cs typeface="Calibri"/>
              </a:rPr>
              <a:t>nn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spc="-10" dirty="0">
                <a:latin typeface="Calibri"/>
                <a:cs typeface="Calibri"/>
              </a:rPr>
              <a:t>-</a:t>
            </a:r>
            <a:r>
              <a:rPr sz="1850" spc="-15" dirty="0">
                <a:latin typeface="Calibri"/>
                <a:cs typeface="Calibri"/>
              </a:rPr>
              <a:t>m</a:t>
            </a:r>
            <a:r>
              <a:rPr sz="1850" spc="-25" dirty="0">
                <a:latin typeface="Calibri"/>
                <a:cs typeface="Calibri"/>
              </a:rPr>
              <a:t>m</a:t>
            </a:r>
            <a:r>
              <a:rPr sz="1850" spc="-15" dirty="0">
                <a:latin typeface="Calibri"/>
                <a:cs typeface="Calibri"/>
              </a:rPr>
              <a:t>m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0669" y="3698557"/>
            <a:ext cx="840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z="18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2510" y="4309737"/>
            <a:ext cx="7501890" cy="51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89"/>
              </a:lnSpc>
            </a:pPr>
            <a:r>
              <a:rPr lang="en-US" sz="1850" dirty="0">
                <a:latin typeface="Calibri"/>
                <a:cs typeface="Calibri"/>
              </a:rPr>
              <a:t>- 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15" dirty="0">
                <a:latin typeface="Calibri"/>
                <a:cs typeface="Calibri"/>
              </a:rPr>
              <a:t>en</a:t>
            </a:r>
            <a:r>
              <a:rPr sz="1850" spc="-5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p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s: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me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te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p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Title,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i="1" dirty="0">
                <a:latin typeface="Calibri"/>
                <a:cs typeface="Calibri"/>
              </a:rPr>
              <a:t>P</a:t>
            </a:r>
            <a:r>
              <a:rPr sz="1850" i="1" spc="-15" dirty="0">
                <a:latin typeface="Calibri"/>
                <a:cs typeface="Calibri"/>
              </a:rPr>
              <a:t>roc</a:t>
            </a:r>
            <a:r>
              <a:rPr sz="1850" i="1" spc="-10" dirty="0">
                <a:latin typeface="Calibri"/>
                <a:cs typeface="Calibri"/>
              </a:rPr>
              <a:t>e</a:t>
            </a:r>
            <a:r>
              <a:rPr sz="1850" i="1" spc="-15" dirty="0">
                <a:latin typeface="Calibri"/>
                <a:cs typeface="Calibri"/>
              </a:rPr>
              <a:t>e</a:t>
            </a:r>
            <a:r>
              <a:rPr sz="1850" i="1" spc="-5" dirty="0">
                <a:latin typeface="Calibri"/>
                <a:cs typeface="Calibri"/>
              </a:rPr>
              <a:t>ding</a:t>
            </a:r>
            <a:r>
              <a:rPr sz="1850" i="1" dirty="0">
                <a:latin typeface="Calibri"/>
                <a:cs typeface="Calibri"/>
              </a:rPr>
              <a:t>s </a:t>
            </a:r>
            <a:r>
              <a:rPr sz="1850" i="1" spc="-10" dirty="0">
                <a:latin typeface="Calibri"/>
                <a:cs typeface="Calibri"/>
              </a:rPr>
              <a:t>o</a:t>
            </a:r>
            <a:r>
              <a:rPr sz="1850" i="1" dirty="0">
                <a:latin typeface="Calibri"/>
                <a:cs typeface="Calibri"/>
              </a:rPr>
              <a:t>f </a:t>
            </a:r>
            <a:r>
              <a:rPr sz="1850" i="1" spc="-15" dirty="0">
                <a:latin typeface="Calibri"/>
                <a:cs typeface="Calibri"/>
              </a:rPr>
              <a:t>the</a:t>
            </a:r>
            <a:r>
              <a:rPr sz="1850" i="1" spc="-10" dirty="0">
                <a:latin typeface="Calibri"/>
                <a:cs typeface="Calibri"/>
              </a:rPr>
              <a:t> C</a:t>
            </a:r>
            <a:r>
              <a:rPr sz="1850" i="1" spc="-5" dirty="0">
                <a:latin typeface="Calibri"/>
                <a:cs typeface="Calibri"/>
              </a:rPr>
              <a:t>on</a:t>
            </a:r>
            <a:r>
              <a:rPr sz="1850" i="1" dirty="0">
                <a:latin typeface="Calibri"/>
                <a:cs typeface="Calibri"/>
              </a:rPr>
              <a:t>f</a:t>
            </a:r>
            <a:r>
              <a:rPr sz="1850" i="1" spc="-15" dirty="0">
                <a:latin typeface="Calibri"/>
                <a:cs typeface="Calibri"/>
              </a:rPr>
              <a:t>e</a:t>
            </a:r>
            <a:r>
              <a:rPr sz="1850" i="1" spc="-10" dirty="0">
                <a:latin typeface="Calibri"/>
                <a:cs typeface="Calibri"/>
              </a:rPr>
              <a:t>r</a:t>
            </a:r>
            <a:r>
              <a:rPr sz="1850" i="1" spc="-15" dirty="0">
                <a:latin typeface="Calibri"/>
                <a:cs typeface="Calibri"/>
              </a:rPr>
              <a:t>enc</a:t>
            </a:r>
            <a:r>
              <a:rPr sz="1850" i="1" spc="-10" dirty="0">
                <a:latin typeface="Calibri"/>
                <a:cs typeface="Calibri"/>
              </a:rPr>
              <a:t>e</a:t>
            </a:r>
            <a:r>
              <a:rPr sz="1850" i="1" dirty="0">
                <a:latin typeface="Calibri"/>
                <a:cs typeface="Calibri"/>
              </a:rPr>
              <a:t> </a:t>
            </a:r>
            <a:r>
              <a:rPr sz="1850" i="1" spc="-5" dirty="0">
                <a:latin typeface="Calibri"/>
                <a:cs typeface="Calibri"/>
              </a:rPr>
              <a:t>(</a:t>
            </a:r>
            <a:r>
              <a:rPr sz="1850" i="1" dirty="0">
                <a:latin typeface="Calibri"/>
                <a:cs typeface="Calibri"/>
              </a:rPr>
              <a:t>f</a:t>
            </a:r>
            <a:r>
              <a:rPr sz="1850" i="1" spc="-5" dirty="0">
                <a:latin typeface="Calibri"/>
                <a:cs typeface="Calibri"/>
              </a:rPr>
              <a:t>ull</a:t>
            </a:r>
            <a:r>
              <a:rPr sz="1850" i="1" spc="-10" dirty="0">
                <a:latin typeface="Calibri"/>
                <a:cs typeface="Calibri"/>
              </a:rPr>
              <a:t>-</a:t>
            </a:r>
            <a:r>
              <a:rPr sz="1850" i="1" spc="-5" dirty="0">
                <a:latin typeface="Calibri"/>
                <a:cs typeface="Calibri"/>
              </a:rPr>
              <a:t>nam</a:t>
            </a:r>
            <a:r>
              <a:rPr sz="1850" i="1" spc="-10" dirty="0">
                <a:latin typeface="Calibri"/>
                <a:cs typeface="Calibri"/>
              </a:rPr>
              <a:t>e</a:t>
            </a:r>
            <a:r>
              <a:rPr sz="1850" i="1" spc="-15" dirty="0">
                <a:latin typeface="Calibri"/>
                <a:cs typeface="Calibri"/>
              </a:rPr>
              <a:t>)</a:t>
            </a:r>
            <a:r>
              <a:rPr sz="1850" i="1" spc="-5" dirty="0">
                <a:latin typeface="Calibri"/>
                <a:cs typeface="Calibri"/>
              </a:rPr>
              <a:t>, a</a:t>
            </a:r>
            <a:r>
              <a:rPr sz="1850" i="1" spc="-10" dirty="0">
                <a:latin typeface="Calibri"/>
                <a:cs typeface="Calibri"/>
              </a:rPr>
              <a:t>cr</a:t>
            </a:r>
            <a:r>
              <a:rPr sz="1850" i="1" spc="-5" dirty="0">
                <a:latin typeface="Calibri"/>
                <a:cs typeface="Calibri"/>
              </a:rPr>
              <a:t>on</a:t>
            </a:r>
            <a:r>
              <a:rPr sz="1850" i="1" spc="-10" dirty="0">
                <a:latin typeface="Calibri"/>
                <a:cs typeface="Calibri"/>
              </a:rPr>
              <a:t>y</a:t>
            </a:r>
            <a:r>
              <a:rPr sz="1850" i="1" dirty="0">
                <a:latin typeface="Calibri"/>
                <a:cs typeface="Calibri"/>
              </a:rPr>
              <a:t>m</a:t>
            </a:r>
            <a:r>
              <a:rPr sz="1850" i="1" spc="5" dirty="0">
                <a:latin typeface="Calibri"/>
                <a:cs typeface="Calibri"/>
              </a:rPr>
              <a:t> </a:t>
            </a:r>
            <a:r>
              <a:rPr sz="1850" i="1" spc="-15" dirty="0">
                <a:latin typeface="Calibri"/>
                <a:cs typeface="Calibri"/>
              </a:rPr>
              <a:t>(</a:t>
            </a:r>
            <a:r>
              <a:rPr sz="1850" i="1" spc="-10" dirty="0">
                <a:latin typeface="Calibri"/>
                <a:cs typeface="Calibri"/>
              </a:rPr>
              <a:t>e</a:t>
            </a:r>
            <a:r>
              <a:rPr sz="1850" i="1" dirty="0">
                <a:latin typeface="Calibri"/>
                <a:cs typeface="Calibri"/>
              </a:rPr>
              <a:t>.</a:t>
            </a:r>
            <a:r>
              <a:rPr sz="1850" i="1" spc="-5" dirty="0">
                <a:latin typeface="Calibri"/>
                <a:cs typeface="Calibri"/>
              </a:rPr>
              <a:t>g</a:t>
            </a:r>
            <a:r>
              <a:rPr sz="1850" i="1" dirty="0">
                <a:latin typeface="Calibri"/>
                <a:cs typeface="Calibri"/>
              </a:rPr>
              <a:t>.</a:t>
            </a:r>
            <a:r>
              <a:rPr sz="1850" i="1" spc="-10" dirty="0">
                <a:latin typeface="Calibri"/>
                <a:cs typeface="Calibri"/>
              </a:rPr>
              <a:t> RIV</a:t>
            </a:r>
            <a:r>
              <a:rPr sz="1850" i="1" spc="-15" dirty="0">
                <a:latin typeface="Calibri"/>
                <a:cs typeface="Calibri"/>
              </a:rPr>
              <a:t>F’</a:t>
            </a:r>
            <a:r>
              <a:rPr sz="1850" i="1" spc="-10" dirty="0">
                <a:latin typeface="Calibri"/>
                <a:cs typeface="Calibri"/>
              </a:rPr>
              <a:t>0</a:t>
            </a:r>
            <a:r>
              <a:rPr sz="1850" i="1" spc="-20" dirty="0">
                <a:latin typeface="Calibri"/>
                <a:cs typeface="Calibri"/>
              </a:rPr>
              <a:t>6</a:t>
            </a:r>
            <a:r>
              <a:rPr sz="1850" i="1" spc="5" dirty="0">
                <a:latin typeface="Calibri"/>
                <a:cs typeface="Calibri"/>
              </a:rPr>
              <a:t>)</a:t>
            </a:r>
            <a:r>
              <a:rPr sz="1850" i="1" spc="-5" dirty="0">
                <a:latin typeface="Calibri"/>
                <a:cs typeface="Calibri"/>
              </a:rPr>
              <a:t>,</a:t>
            </a:r>
            <a:r>
              <a:rPr sz="1850" i="1" spc="-10" dirty="0">
                <a:latin typeface="Calibri"/>
                <a:cs typeface="Calibri"/>
              </a:rPr>
              <a:t> C</a:t>
            </a:r>
            <a:r>
              <a:rPr sz="1850" i="1" dirty="0">
                <a:latin typeface="Calibri"/>
                <a:cs typeface="Calibri"/>
              </a:rPr>
              <a:t>i</a:t>
            </a:r>
            <a:r>
              <a:rPr sz="1850" i="1" spc="-5" dirty="0">
                <a:latin typeface="Calibri"/>
                <a:cs typeface="Calibri"/>
              </a:rPr>
              <a:t>t</a:t>
            </a:r>
            <a:r>
              <a:rPr sz="1850" i="1" dirty="0">
                <a:latin typeface="Calibri"/>
                <a:cs typeface="Calibri"/>
              </a:rPr>
              <a:t>y</a:t>
            </a:r>
            <a:r>
              <a:rPr sz="1850" i="1" spc="-5" dirty="0">
                <a:latin typeface="Calibri"/>
                <a:cs typeface="Calibri"/>
              </a:rPr>
              <a:t>,</a:t>
            </a:r>
            <a:r>
              <a:rPr sz="1850" i="1" dirty="0">
                <a:latin typeface="Calibri"/>
                <a:cs typeface="Calibri"/>
              </a:rPr>
              <a:t> </a:t>
            </a:r>
            <a:r>
              <a:rPr sz="1850" i="1" spc="1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p</a:t>
            </a:r>
            <a:r>
              <a:rPr sz="1850" spc="5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.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nn</a:t>
            </a:r>
            <a:r>
              <a:rPr sz="1850" spc="-10" dirty="0">
                <a:latin typeface="Calibri"/>
                <a:cs typeface="Calibri"/>
              </a:rPr>
              <a:t>-</a:t>
            </a:r>
            <a:r>
              <a:rPr sz="1850" spc="-15" dirty="0">
                <a:latin typeface="Calibri"/>
                <a:cs typeface="Calibri"/>
              </a:rPr>
              <a:t>mm</a:t>
            </a:r>
            <a:r>
              <a:rPr sz="1850" spc="-25" dirty="0">
                <a:latin typeface="Calibri"/>
                <a:cs typeface="Calibri"/>
              </a:rPr>
              <a:t>m</a:t>
            </a:r>
            <a:r>
              <a:rPr sz="1850" dirty="0">
                <a:latin typeface="Calibri"/>
                <a:cs typeface="Calibri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43621" y="4836787"/>
            <a:ext cx="7021195" cy="108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86715">
              <a:lnSpc>
                <a:spcPts val="1989"/>
              </a:lnSpc>
              <a:tabLst>
                <a:tab pos="1932305" algn="l"/>
              </a:tabLst>
            </a:pPr>
            <a:r>
              <a:rPr lang="en-US" sz="1850" spc="5" dirty="0">
                <a:latin typeface="Calibri"/>
                <a:cs typeface="Calibri"/>
              </a:rPr>
              <a:t>-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15" dirty="0">
                <a:latin typeface="Calibri"/>
                <a:cs typeface="Calibri"/>
              </a:rPr>
              <a:t>ech</a:t>
            </a:r>
            <a:r>
              <a:rPr sz="1850" spc="-5" dirty="0">
                <a:latin typeface="Calibri"/>
                <a:cs typeface="Calibri"/>
              </a:rPr>
              <a:t>ni</a:t>
            </a:r>
            <a:r>
              <a:rPr sz="1850" spc="-15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15" dirty="0">
                <a:latin typeface="Calibri"/>
                <a:cs typeface="Calibri"/>
              </a:rPr>
              <a:t>ep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ts:</a:t>
            </a:r>
            <a:r>
              <a:rPr sz="1850" dirty="0">
                <a:latin typeface="Calibri"/>
                <a:cs typeface="Calibri"/>
              </a:rPr>
              <a:t>	</a:t>
            </a:r>
            <a:r>
              <a:rPr sz="1850" spc="-2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me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te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i="1" spc="-10" dirty="0">
                <a:latin typeface="Calibri"/>
                <a:cs typeface="Calibri"/>
              </a:rPr>
              <a:t>Re</a:t>
            </a:r>
            <a:r>
              <a:rPr sz="1850" i="1" spc="-15" dirty="0">
                <a:latin typeface="Calibri"/>
                <a:cs typeface="Calibri"/>
              </a:rPr>
              <a:t>po</a:t>
            </a:r>
            <a:r>
              <a:rPr sz="1850" i="1" spc="-10" dirty="0">
                <a:latin typeface="Calibri"/>
                <a:cs typeface="Calibri"/>
              </a:rPr>
              <a:t>rt</a:t>
            </a:r>
            <a:r>
              <a:rPr sz="1850" i="1" spc="-5" dirty="0">
                <a:latin typeface="Calibri"/>
                <a:cs typeface="Calibri"/>
              </a:rPr>
              <a:t> Titl</a:t>
            </a:r>
            <a:r>
              <a:rPr sz="1850" i="1" spc="-10" dirty="0">
                <a:latin typeface="Calibri"/>
                <a:cs typeface="Calibri"/>
              </a:rPr>
              <a:t>e,</a:t>
            </a:r>
            <a:r>
              <a:rPr sz="1850" i="1" spc="1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Or</a:t>
            </a:r>
            <a:r>
              <a:rPr sz="1850" spc="-15" dirty="0">
                <a:latin typeface="Calibri"/>
                <a:cs typeface="Calibri"/>
              </a:rPr>
              <a:t>g</a:t>
            </a:r>
            <a:r>
              <a:rPr sz="1850" spc="-20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iza</a:t>
            </a:r>
            <a:r>
              <a:rPr sz="1850" spc="-5" dirty="0">
                <a:latin typeface="Calibri"/>
                <a:cs typeface="Calibri"/>
              </a:rPr>
              <a:t>ti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n, T</a:t>
            </a:r>
            <a:r>
              <a:rPr sz="1850" spc="-15" dirty="0">
                <a:latin typeface="Calibri"/>
                <a:cs typeface="Calibri"/>
              </a:rPr>
              <a:t>ec</a:t>
            </a:r>
            <a:r>
              <a:rPr sz="1850" spc="-5" dirty="0">
                <a:latin typeface="Calibri"/>
                <a:cs typeface="Calibri"/>
              </a:rPr>
              <a:t>hni</a:t>
            </a:r>
            <a:r>
              <a:rPr sz="1850" spc="-15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l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ep</a:t>
            </a:r>
            <a:r>
              <a:rPr sz="1850" spc="-10" dirty="0">
                <a:latin typeface="Calibri"/>
                <a:cs typeface="Calibri"/>
              </a:rPr>
              <a:t>ort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70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u</a:t>
            </a:r>
            <a:r>
              <a:rPr sz="1850" spc="-15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be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, n</a:t>
            </a:r>
            <a:r>
              <a:rPr sz="1850" dirty="0">
                <a:latin typeface="Calibri"/>
                <a:cs typeface="Calibri"/>
              </a:rPr>
              <a:t>. </a:t>
            </a:r>
            <a:r>
              <a:rPr sz="1850" spc="-5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25" dirty="0">
                <a:latin typeface="Calibri"/>
                <a:cs typeface="Calibri"/>
              </a:rPr>
              <a:t>g</a:t>
            </a:r>
            <a:r>
              <a:rPr sz="1850" spc="-5" dirty="0">
                <a:latin typeface="Calibri"/>
                <a:cs typeface="Calibri"/>
              </a:rPr>
              <a:t>es</a:t>
            </a:r>
            <a:r>
              <a:rPr sz="1850" dirty="0">
                <a:latin typeface="Calibri"/>
                <a:cs typeface="Calibri"/>
              </a:rPr>
              <a:t>.</a:t>
            </a:r>
          </a:p>
          <a:p>
            <a:pPr marL="12700" marR="5080">
              <a:lnSpc>
                <a:spcPts val="1989"/>
              </a:lnSpc>
              <a:spcBef>
                <a:spcPts val="509"/>
              </a:spcBef>
              <a:tabLst>
                <a:tab pos="1932305" algn="l"/>
              </a:tabLst>
            </a:pPr>
            <a:r>
              <a:rPr lang="en-US" sz="1850" spc="-5" dirty="0">
                <a:latin typeface="Calibri"/>
                <a:cs typeface="Calibri"/>
              </a:rPr>
              <a:t>- </a:t>
            </a:r>
            <a:r>
              <a:rPr sz="1850" spc="-5" dirty="0">
                <a:latin typeface="Calibri"/>
                <a:cs typeface="Calibri"/>
              </a:rPr>
              <a:t>Int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ne</a:t>
            </a:r>
            <a:r>
              <a:rPr sz="1850" spc="-10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 S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15" dirty="0">
                <a:latin typeface="Calibri"/>
                <a:cs typeface="Calibri"/>
              </a:rPr>
              <a:t>rc</a:t>
            </a:r>
            <a:r>
              <a:rPr sz="1850" spc="-5" dirty="0">
                <a:latin typeface="Calibri"/>
                <a:cs typeface="Calibri"/>
              </a:rPr>
              <a:t>es:</a:t>
            </a:r>
            <a:r>
              <a:rPr sz="1850" dirty="0">
                <a:latin typeface="Calibri"/>
                <a:cs typeface="Calibri"/>
              </a:rPr>
              <a:t>	</a:t>
            </a:r>
            <a:r>
              <a:rPr sz="1850" spc="-20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me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te</a:t>
            </a:r>
            <a:r>
              <a:rPr sz="1850" spc="-5" dirty="0">
                <a:latin typeface="Calibri"/>
                <a:cs typeface="Calibri"/>
              </a:rPr>
              <a:t>,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Title,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i="1" spc="5" dirty="0">
                <a:latin typeface="Calibri"/>
                <a:cs typeface="Calibri"/>
              </a:rPr>
              <a:t>O</a:t>
            </a:r>
            <a:r>
              <a:rPr sz="1850" i="1" spc="-15" dirty="0">
                <a:latin typeface="Calibri"/>
                <a:cs typeface="Calibri"/>
              </a:rPr>
              <a:t>r</a:t>
            </a:r>
            <a:r>
              <a:rPr sz="1850" i="1" spc="-5" dirty="0">
                <a:latin typeface="Calibri"/>
                <a:cs typeface="Calibri"/>
              </a:rPr>
              <a:t>ga</a:t>
            </a:r>
            <a:r>
              <a:rPr sz="1850" i="1" spc="-15" dirty="0">
                <a:latin typeface="Calibri"/>
                <a:cs typeface="Calibri"/>
              </a:rPr>
              <a:t>n</a:t>
            </a:r>
            <a:r>
              <a:rPr sz="1850" i="1" spc="-5" dirty="0">
                <a:latin typeface="Calibri"/>
                <a:cs typeface="Calibri"/>
              </a:rPr>
              <a:t>i</a:t>
            </a:r>
            <a:r>
              <a:rPr sz="1850" i="1" spc="5" dirty="0">
                <a:latin typeface="Calibri"/>
                <a:cs typeface="Calibri"/>
              </a:rPr>
              <a:t>z</a:t>
            </a:r>
            <a:r>
              <a:rPr sz="1850" i="1" spc="-15" dirty="0">
                <a:latin typeface="Calibri"/>
                <a:cs typeface="Calibri"/>
              </a:rPr>
              <a:t>a</a:t>
            </a:r>
            <a:r>
              <a:rPr sz="1850" i="1" spc="-5" dirty="0">
                <a:latin typeface="Calibri"/>
                <a:cs typeface="Calibri"/>
              </a:rPr>
              <a:t>tio</a:t>
            </a:r>
            <a:r>
              <a:rPr sz="1850" i="1" dirty="0">
                <a:latin typeface="Calibri"/>
                <a:cs typeface="Calibri"/>
              </a:rPr>
              <a:t>n</a:t>
            </a:r>
            <a:r>
              <a:rPr sz="1850" i="1" spc="-15" dirty="0">
                <a:latin typeface="Calibri"/>
                <a:cs typeface="Calibri"/>
              </a:rPr>
              <a:t> </a:t>
            </a:r>
            <a:r>
              <a:rPr sz="1850" i="1" spc="-5" dirty="0">
                <a:latin typeface="Calibri"/>
                <a:cs typeface="Calibri"/>
              </a:rPr>
              <a:t>an</a:t>
            </a:r>
            <a:r>
              <a:rPr sz="1850" i="1" dirty="0">
                <a:latin typeface="Calibri"/>
                <a:cs typeface="Calibri"/>
              </a:rPr>
              <a:t>d </a:t>
            </a:r>
            <a:r>
              <a:rPr sz="1850" i="1" spc="-10" dirty="0">
                <a:latin typeface="Calibri"/>
                <a:cs typeface="Calibri"/>
              </a:rPr>
              <a:t>Re</a:t>
            </a:r>
            <a:r>
              <a:rPr sz="1850" i="1" spc="-15" dirty="0">
                <a:latin typeface="Calibri"/>
                <a:cs typeface="Calibri"/>
              </a:rPr>
              <a:t>po</a:t>
            </a:r>
            <a:r>
              <a:rPr sz="1850" i="1" spc="-10" dirty="0">
                <a:latin typeface="Calibri"/>
                <a:cs typeface="Calibri"/>
              </a:rPr>
              <a:t>rt</a:t>
            </a:r>
            <a:r>
              <a:rPr sz="1850" i="1" spc="-5" dirty="0">
                <a:latin typeface="Calibri"/>
                <a:cs typeface="Calibri"/>
              </a:rPr>
              <a:t> Titl</a:t>
            </a:r>
            <a:r>
              <a:rPr sz="1850" i="1" spc="-10" dirty="0">
                <a:latin typeface="Calibri"/>
                <a:cs typeface="Calibri"/>
              </a:rPr>
              <a:t>e,</a:t>
            </a:r>
            <a:r>
              <a:rPr sz="1850" i="1" spc="20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UR</a:t>
            </a:r>
            <a:r>
              <a:rPr sz="1850" dirty="0">
                <a:latin typeface="Calibri"/>
                <a:cs typeface="Calibri"/>
              </a:rPr>
              <a:t>L </a:t>
            </a:r>
            <a:r>
              <a:rPr sz="1850" spc="5" dirty="0">
                <a:latin typeface="Calibri"/>
                <a:cs typeface="Calibri"/>
              </a:rPr>
              <a:t>(</a:t>
            </a:r>
            <a:r>
              <a:rPr sz="1850" spc="-5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)</a:t>
            </a: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685C6C4-49CC-4573-894E-E426C555ED48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2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0"/>
              <a:t>D</a:t>
            </a:r>
            <a:r>
              <a:rPr spc="-25"/>
              <a:t>r</a:t>
            </a:r>
            <a:r>
              <a:t>.</a:t>
            </a:r>
            <a:r>
              <a:rPr spc="-10"/>
              <a:t> </a:t>
            </a:r>
            <a:r>
              <a:rPr spc="-35"/>
              <a:t>A</a:t>
            </a:r>
            <a:r>
              <a:rPr spc="-5"/>
              <a:t>l</a:t>
            </a:r>
            <a:r>
              <a:rPr spc="-10"/>
              <a:t>l</a:t>
            </a:r>
            <a:r>
              <a:rPr spc="-30"/>
              <a:t>en</a:t>
            </a:r>
            <a:r>
              <a:rPr spc="-20"/>
              <a:t>’</a:t>
            </a:r>
            <a:r>
              <a:t>s</a:t>
            </a:r>
            <a:r>
              <a:rPr spc="-15"/>
              <a:t> </a:t>
            </a:r>
            <a:r>
              <a:rPr spc="-25"/>
              <a:t>Reco</a:t>
            </a:r>
            <a:r>
              <a:rPr spc="-45"/>
              <a:t>m</a:t>
            </a:r>
            <a:r>
              <a:rPr spc="-35"/>
              <a:t>m</a:t>
            </a:r>
            <a:r>
              <a:rPr spc="-5"/>
              <a:t>endations</a:t>
            </a:r>
            <a:endParaRPr spc="-5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19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127760" y="2077720"/>
            <a:ext cx="66446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f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ce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y</a:t>
            </a:r>
            <a:r>
              <a:rPr sz="2000" spc="-5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me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f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a,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 il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ati</a:t>
            </a:r>
            <a:r>
              <a:rPr sz="2000" spc="-10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d.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760" y="2636520"/>
            <a:ext cx="695642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are abo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un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10" dirty="0">
                <a:latin typeface="Calibri"/>
                <a:cs typeface="Calibri"/>
              </a:rPr>
              <a:t>e,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20" dirty="0">
                <a:latin typeface="Calibri"/>
                <a:cs typeface="Calibri"/>
              </a:rPr>
              <a:t>h</a:t>
            </a:r>
            <a:r>
              <a:rPr sz="2000" spc="-10" dirty="0">
                <a:latin typeface="Calibri"/>
                <a:cs typeface="Calibri"/>
              </a:rPr>
              <a:t>e,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t,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y</a:t>
            </a:r>
            <a:r>
              <a:rPr sz="2000" spc="10" dirty="0">
                <a:latin typeface="Calibri"/>
                <a:cs typeface="Calibri"/>
              </a:rPr>
              <a:t>)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</a:t>
            </a:r>
            <a:r>
              <a:rPr sz="2000" spc="-10" dirty="0">
                <a:latin typeface="Calibri"/>
                <a:cs typeface="Calibri"/>
              </a:rPr>
              <a:t>ake</a:t>
            </a:r>
            <a:r>
              <a:rPr sz="2000" spc="-5" dirty="0">
                <a:latin typeface="Calibri"/>
                <a:cs typeface="Calibri"/>
              </a:rPr>
              <a:t> s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10" dirty="0">
                <a:latin typeface="Calibri"/>
                <a:cs typeface="Calibri"/>
              </a:rPr>
              <a:t>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spc="-10" dirty="0">
                <a:latin typeface="Calibri"/>
                <a:cs typeface="Calibri"/>
              </a:rPr>
              <a:t>ear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 w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10" dirty="0">
                <a:latin typeface="Calibri"/>
                <a:cs typeface="Calibri"/>
              </a:rPr>
              <a:t>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th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f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27760" y="3501390"/>
            <a:ext cx="702373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15" dirty="0">
                <a:latin typeface="Calibri"/>
                <a:cs typeface="Calibri"/>
              </a:rPr>
              <a:t>W</a:t>
            </a:r>
            <a:r>
              <a:rPr sz="2000" spc="-10" dirty="0">
                <a:latin typeface="Calibri"/>
                <a:cs typeface="Calibri"/>
              </a:rPr>
              <a:t>atc</a:t>
            </a:r>
            <a:r>
              <a:rPr sz="2000" dirty="0">
                <a:latin typeface="Calibri"/>
                <a:cs typeface="Calibri"/>
              </a:rPr>
              <a:t>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10" dirty="0">
                <a:latin typeface="Calibri"/>
                <a:cs typeface="Calibri"/>
              </a:rPr>
              <a:t>le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ce</a:t>
            </a:r>
            <a:r>
              <a:rPr sz="2000" spc="-5" dirty="0">
                <a:latin typeface="Calibri"/>
                <a:cs typeface="Calibri"/>
              </a:rPr>
              <a:t>s,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ye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ec</a:t>
            </a:r>
            <a:r>
              <a:rPr sz="2000" spc="-5" dirty="0">
                <a:latin typeface="Calibri"/>
                <a:cs typeface="Calibri"/>
              </a:rPr>
              <a:t>h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cal</a:t>
            </a:r>
            <a:r>
              <a:rPr sz="2000" spc="-10" dirty="0">
                <a:latin typeface="Calibri"/>
                <a:cs typeface="Calibri"/>
              </a:rPr>
              <a:t>ly</a:t>
            </a:r>
            <a:r>
              <a:rPr sz="2000" spc="-5" dirty="0">
                <a:latin typeface="Calibri"/>
                <a:cs typeface="Calibri"/>
              </a:rPr>
              <a:t> in</a:t>
            </a:r>
            <a:r>
              <a:rPr sz="2000" spc="1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pl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spc="5" dirty="0">
                <a:latin typeface="Calibri"/>
                <a:cs typeface="Calibri"/>
              </a:rPr>
              <a:t>g</a:t>
            </a:r>
            <a:r>
              <a:rPr sz="2000" spc="-5" dirty="0">
                <a:latin typeface="Calibri"/>
                <a:cs typeface="Calibri"/>
              </a:rPr>
              <a:t>h</a:t>
            </a:r>
            <a:r>
              <a:rPr sz="2000" spc="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. 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o</a:t>
            </a:r>
            <a:r>
              <a:rPr sz="2000" spc="-15" dirty="0">
                <a:latin typeface="Calibri"/>
                <a:cs typeface="Calibri"/>
              </a:rPr>
              <a:t>ft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ss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cia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</a:t>
            </a:r>
            <a:r>
              <a:rPr sz="2000" dirty="0">
                <a:latin typeface="Calibri"/>
                <a:cs typeface="Calibri"/>
              </a:rPr>
              <a:t>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of 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un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27759" y="4669790"/>
            <a:ext cx="695642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spc="5" dirty="0">
                <a:latin typeface="Calibri"/>
                <a:cs typeface="Calibri"/>
              </a:rPr>
              <a:t>b</a:t>
            </a:r>
            <a:r>
              <a:rPr sz="2000" spc="-10" dirty="0">
                <a:latin typeface="Calibri"/>
                <a:cs typeface="Calibri"/>
              </a:rPr>
              <a:t>jec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s </a:t>
            </a:r>
            <a:r>
              <a:rPr sz="2000" spc="-5" dirty="0">
                <a:latin typeface="Calibri"/>
                <a:cs typeface="Calibri"/>
              </a:rPr>
              <a:t>sh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g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7760" y="5228590"/>
            <a:ext cx="74828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15" dirty="0">
                <a:latin typeface="Calibri"/>
                <a:cs typeface="Calibri"/>
              </a:rPr>
              <a:t>M</a:t>
            </a:r>
            <a:r>
              <a:rPr sz="2000" spc="-10" dirty="0">
                <a:latin typeface="Calibri"/>
                <a:cs typeface="Calibri"/>
              </a:rPr>
              <a:t>ake</a:t>
            </a:r>
            <a:r>
              <a:rPr sz="2000" spc="-5" dirty="0">
                <a:latin typeface="Calibri"/>
                <a:cs typeface="Calibri"/>
              </a:rPr>
              <a:t> s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qu</a:t>
            </a:r>
            <a:r>
              <a:rPr sz="2000" spc="-5" dirty="0">
                <a:latin typeface="Calibri"/>
                <a:cs typeface="Calibri"/>
              </a:rPr>
              <a:t>otati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s 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9420" y="5603240"/>
            <a:ext cx="690118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dirty="0">
                <a:latin typeface="Calibri"/>
                <a:cs typeface="Calibri"/>
              </a:rPr>
              <a:t>- </a:t>
            </a:r>
            <a:r>
              <a:rPr sz="1800" dirty="0">
                <a:latin typeface="Calibri"/>
                <a:cs typeface="Calibri"/>
              </a:rPr>
              <a:t>If </a:t>
            </a:r>
            <a:r>
              <a:rPr sz="1800" spc="-15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 h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0" dirty="0">
                <a:latin typeface="Calibri"/>
                <a:cs typeface="Calibri"/>
              </a:rPr>
              <a:t>b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k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ut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ht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w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i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e,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All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’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!</a:t>
            </a:r>
            <a:r>
              <a:rPr sz="18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7469" y="1514546"/>
            <a:ext cx="824738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llen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200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0 -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h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t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t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p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: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//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k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i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lbu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r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n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.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k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eene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.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edu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/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C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ou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r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s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s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/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R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f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r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en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c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es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/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P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ap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r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s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/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Pe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Pe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v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s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.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h</a:t>
            </a:r>
            <a:r>
              <a:rPr sz="1400" spc="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t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m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l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 (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ugu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2000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812CD81-7362-474B-8B83-93F0F5001895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0339" y="317500"/>
            <a:ext cx="709231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g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ce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L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Refer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nces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1677309"/>
            <a:ext cx="211836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buFont typeface="Trebuchet MS"/>
              <a:buChar char="•"/>
              <a:tabLst>
                <a:tab pos="295910" algn="l"/>
              </a:tabLst>
            </a:pPr>
            <a:r>
              <a:rPr sz="2400" spc="-10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t 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15" dirty="0">
                <a:latin typeface="Calibri"/>
                <a:cs typeface="Calibri"/>
              </a:rPr>
              <a:t>ere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2338" y="2145029"/>
            <a:ext cx="7363461" cy="208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700"/>
              </a:lnSpc>
            </a:pPr>
            <a:r>
              <a:rPr lang="en-US" sz="2200" spc="-10" dirty="0">
                <a:latin typeface="Calibri"/>
                <a:cs typeface="Calibri"/>
              </a:rPr>
              <a:t>- </a:t>
            </a:r>
            <a:r>
              <a:rPr sz="2200" spc="-1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me</a:t>
            </a:r>
            <a:r>
              <a:rPr sz="2200" spc="-10" dirty="0">
                <a:latin typeface="Calibri"/>
                <a:cs typeface="Calibri"/>
              </a:rPr>
              <a:t>ri</a:t>
            </a:r>
            <a:r>
              <a:rPr sz="2200" spc="-15" dirty="0">
                <a:latin typeface="Calibri"/>
                <a:cs typeface="Calibri"/>
              </a:rPr>
              <a:t>ca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 P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y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g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al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ss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 (</a:t>
            </a:r>
            <a:r>
              <a:rPr sz="2200" spc="-2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P</a:t>
            </a:r>
            <a:r>
              <a:rPr sz="2200" spc="-20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)</a:t>
            </a:r>
            <a:endParaRPr lang="en-US" sz="2200" dirty="0">
              <a:latin typeface="Calibri"/>
              <a:cs typeface="Calibri"/>
            </a:endParaRPr>
          </a:p>
          <a:p>
            <a:pPr marL="12700" marR="5080">
              <a:lnSpc>
                <a:spcPct val="122700"/>
              </a:lnSpc>
            </a:pPr>
            <a:r>
              <a:rPr lang="en-US" sz="220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M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 L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10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2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</a:t>
            </a:r>
            <a:r>
              <a:rPr sz="2200" spc="-5" dirty="0">
                <a:latin typeface="Calibri"/>
                <a:cs typeface="Calibri"/>
              </a:rPr>
              <a:t>M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-20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) </a:t>
            </a:r>
            <a:endParaRPr lang="en-US" sz="2200" dirty="0">
              <a:latin typeface="Calibri"/>
              <a:cs typeface="Calibri"/>
            </a:endParaRPr>
          </a:p>
          <a:p>
            <a:pPr marL="12700" marR="5080">
              <a:lnSpc>
                <a:spcPct val="122700"/>
              </a:lnSpc>
            </a:pPr>
            <a:r>
              <a:rPr lang="en-US" sz="2200" dirty="0">
                <a:latin typeface="Calibri"/>
                <a:cs typeface="Calibri"/>
              </a:rPr>
              <a:t>- </a:t>
            </a:r>
            <a:r>
              <a:rPr sz="2200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hi</a:t>
            </a:r>
            <a:r>
              <a:rPr sz="2200" spc="-15" dirty="0">
                <a:latin typeface="Calibri"/>
                <a:cs typeface="Calibri"/>
              </a:rPr>
              <a:t>ca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 o</a:t>
            </a:r>
            <a:r>
              <a:rPr sz="2200" dirty="0">
                <a:latin typeface="Calibri"/>
                <a:cs typeface="Calibri"/>
              </a:rPr>
              <a:t>f </a:t>
            </a:r>
            <a:r>
              <a:rPr sz="2200" spc="-10" dirty="0">
                <a:latin typeface="Calibri"/>
                <a:cs typeface="Calibri"/>
              </a:rPr>
              <a:t>St</a:t>
            </a:r>
            <a:r>
              <a:rPr sz="2200" spc="-20" dirty="0">
                <a:latin typeface="Calibri"/>
                <a:cs typeface="Calibri"/>
              </a:rPr>
              <a:t>y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10" dirty="0">
                <a:latin typeface="Calibri"/>
                <a:cs typeface="Calibri"/>
              </a:rPr>
              <a:t>(</a:t>
            </a:r>
            <a:r>
              <a:rPr sz="2200" spc="-5" dirty="0">
                <a:latin typeface="Calibri"/>
                <a:cs typeface="Calibri"/>
              </a:rPr>
              <a:t>CM</a:t>
            </a:r>
            <a:r>
              <a:rPr sz="2200" spc="-10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latin typeface="Calibri"/>
                <a:cs typeface="Calibri"/>
              </a:rPr>
              <a:t>- </a:t>
            </a:r>
            <a:r>
              <a:rPr sz="2200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 o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B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10" dirty="0">
                <a:latin typeface="Calibri"/>
                <a:cs typeface="Calibri"/>
              </a:rPr>
              <a:t>y </a:t>
            </a:r>
            <a:r>
              <a:rPr sz="2200" spc="-4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di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(</a:t>
            </a:r>
            <a:r>
              <a:rPr sz="2200" dirty="0">
                <a:latin typeface="Calibri"/>
                <a:cs typeface="Calibri"/>
              </a:rPr>
              <a:t>C</a:t>
            </a:r>
            <a:r>
              <a:rPr sz="2200" spc="-15" dirty="0">
                <a:latin typeface="Calibri"/>
                <a:cs typeface="Calibri"/>
              </a:rPr>
              <a:t>B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2200" spc="-10" dirty="0">
                <a:latin typeface="Calibri"/>
                <a:cs typeface="Calibri"/>
              </a:rPr>
              <a:t>- 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-S</a:t>
            </a:r>
            <a:r>
              <a:rPr sz="2200" spc="-10" dirty="0">
                <a:latin typeface="Calibri"/>
                <a:cs typeface="Calibri"/>
              </a:rPr>
              <a:t>eq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 S</a:t>
            </a:r>
            <a:r>
              <a:rPr sz="2200" spc="-10" dirty="0">
                <a:latin typeface="Calibri"/>
                <a:cs typeface="Calibri"/>
              </a:rPr>
              <a:t>y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20" dirty="0">
                <a:latin typeface="Calibri"/>
                <a:cs typeface="Calibri"/>
              </a:rPr>
              <a:t>tem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spc="-15" dirty="0">
                <a:latin typeface="Calibri"/>
                <a:cs typeface="Calibri"/>
              </a:rPr>
              <a:t>IE</a:t>
            </a:r>
            <a:r>
              <a:rPr sz="2200" spc="-5" dirty="0">
                <a:latin typeface="Calibri"/>
                <a:cs typeface="Calibri"/>
              </a:rPr>
              <a:t>EE</a:t>
            </a:r>
            <a:r>
              <a:rPr sz="22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B44D7B8-6879-4747-9D93-7B29DF1FA7C4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724557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604520" algn="ctr">
              <a:lnSpc>
                <a:spcPct val="100000"/>
              </a:lnSpc>
            </a:pPr>
            <a:r>
              <a:rPr dirty="0"/>
              <a:t>C</a:t>
            </a:r>
            <a:r>
              <a:rPr spc="-35" dirty="0"/>
              <a:t>B</a:t>
            </a:r>
            <a:r>
              <a:rPr dirty="0"/>
              <a:t>E</a:t>
            </a:r>
            <a:r>
              <a:rPr spc="-10" dirty="0"/>
              <a:t> </a:t>
            </a:r>
            <a:r>
              <a:rPr spc="-30" dirty="0"/>
              <a:t>v</a:t>
            </a:r>
            <a:r>
              <a:rPr dirty="0"/>
              <a:t>s.</a:t>
            </a:r>
            <a:r>
              <a:rPr spc="-15" dirty="0"/>
              <a:t> </a:t>
            </a:r>
            <a:r>
              <a:rPr spc="-10" dirty="0"/>
              <a:t>IE</a:t>
            </a:r>
            <a:r>
              <a:rPr dirty="0"/>
              <a:t>EE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61950" y="1615439"/>
            <a:ext cx="3600450" cy="116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 algn="ctr">
              <a:lnSpc>
                <a:spcPct val="100000"/>
              </a:lnSpc>
            </a:pPr>
            <a:r>
              <a:rPr sz="2800" b="1" spc="-15" dirty="0">
                <a:latin typeface="Calibri"/>
                <a:cs typeface="Calibri"/>
              </a:rPr>
              <a:t>C</a:t>
            </a:r>
            <a:r>
              <a:rPr sz="2800" b="1" spc="-20" dirty="0">
                <a:latin typeface="Calibri"/>
                <a:cs typeface="Calibri"/>
              </a:rPr>
              <a:t>BE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sz="2000" spc="-20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os</a:t>
            </a:r>
            <a:r>
              <a:rPr sz="2000" spc="-10" dirty="0">
                <a:latin typeface="Calibri"/>
                <a:cs typeface="Calibri"/>
              </a:rPr>
              <a:t>e: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-20" dirty="0">
                <a:latin typeface="Calibri"/>
                <a:cs typeface="Calibri"/>
              </a:rPr>
              <a:t>m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z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20" dirty="0">
                <a:latin typeface="Calibri"/>
                <a:cs typeface="Calibri"/>
              </a:rPr>
              <a:t>mb</a:t>
            </a:r>
            <a:r>
              <a:rPr sz="2000" spc="-10" dirty="0">
                <a:latin typeface="Calibri"/>
                <a:cs typeface="Calibri"/>
              </a:rPr>
              <a:t>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k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k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5" dirty="0">
                <a:latin typeface="Calibri"/>
                <a:cs typeface="Calibri"/>
              </a:rPr>
              <a:t>pis</a:t>
            </a:r>
            <a:r>
              <a:rPr sz="2000" spc="-10" dirty="0">
                <a:latin typeface="Calibri"/>
                <a:cs typeface="Calibri"/>
              </a:rPr>
              <a:t>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950" y="3001010"/>
            <a:ext cx="360045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20" dirty="0">
                <a:latin typeface="Calibri"/>
                <a:cs typeface="Calibri"/>
              </a:rPr>
              <a:t>Ge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339" y="3375659"/>
            <a:ext cx="3611880" cy="232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dirty="0">
                <a:latin typeface="Calibri"/>
                <a:cs typeface="Calibri"/>
              </a:rPr>
              <a:t>-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equen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n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er</a:t>
            </a:r>
            <a:r>
              <a:rPr sz="1800" dirty="0">
                <a:latin typeface="Calibri"/>
                <a:cs typeface="Calibri"/>
              </a:rPr>
              <a:t>-</a:t>
            </a: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&gt;subs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t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Calibri"/>
                <a:cs typeface="Calibri"/>
              </a:rPr>
              <a:t>-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ep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mm</a:t>
            </a:r>
            <a:r>
              <a:rPr sz="1800" dirty="0">
                <a:latin typeface="Calibri"/>
                <a:cs typeface="Calibri"/>
              </a:rPr>
              <a:t>a</a:t>
            </a:r>
          </a:p>
          <a:p>
            <a:pPr marL="12700" marR="762635">
              <a:lnSpc>
                <a:spcPct val="100000"/>
              </a:lnSpc>
              <a:spcBef>
                <a:spcPts val="600"/>
              </a:spcBef>
            </a:pPr>
            <a:r>
              <a:rPr lang="en-US" sz="1800" spc="-10" dirty="0">
                <a:latin typeface="Calibri"/>
                <a:cs typeface="Calibri"/>
              </a:rPr>
              <a:t>- 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re</a:t>
            </a:r>
            <a:r>
              <a:rPr sz="1800" spc="-1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  <a:p>
            <a:pPr marL="12700" marR="360045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Calibri"/>
                <a:cs typeface="Calibri"/>
              </a:rPr>
              <a:t>- 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 n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li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–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alici</a:t>
            </a:r>
            <a:r>
              <a:rPr sz="1800" spc="-15" dirty="0">
                <a:latin typeface="Calibri"/>
                <a:cs typeface="Calibri"/>
              </a:rPr>
              <a:t>z</a:t>
            </a:r>
            <a:r>
              <a:rPr sz="1800" spc="-10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27800"/>
              </a:lnSpc>
            </a:pPr>
            <a:r>
              <a:rPr lang="en-US" sz="1800" spc="-15" dirty="0">
                <a:latin typeface="Calibri"/>
                <a:cs typeface="Calibri"/>
              </a:rPr>
              <a:t>- </a:t>
            </a:r>
            <a:r>
              <a:rPr sz="1800" spc="-15" dirty="0">
                <a:latin typeface="Calibri"/>
                <a:cs typeface="Calibri"/>
              </a:rPr>
              <a:t>Pa</a:t>
            </a:r>
            <a:r>
              <a:rPr sz="1800" spc="-10" dirty="0">
                <a:latin typeface="Calibri"/>
                <a:cs typeface="Calibri"/>
              </a:rPr>
              <a:t>ge:</a:t>
            </a:r>
            <a:r>
              <a:rPr sz="1800" dirty="0">
                <a:latin typeface="Calibri"/>
                <a:cs typeface="Calibri"/>
              </a:rPr>
              <a:t>  p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beg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otal</a:t>
            </a:r>
            <a:r>
              <a:rPr sz="1800" dirty="0">
                <a:latin typeface="Calibri"/>
                <a:cs typeface="Calibri"/>
              </a:rPr>
              <a:t>) </a:t>
            </a:r>
            <a:endParaRPr lang="en-US" sz="1800" dirty="0">
              <a:latin typeface="Calibri"/>
              <a:cs typeface="Calibri"/>
            </a:endParaRPr>
          </a:p>
          <a:p>
            <a:pPr marL="12700" marR="5080">
              <a:lnSpc>
                <a:spcPct val="127800"/>
              </a:lnSpc>
            </a:pPr>
            <a:r>
              <a:rPr lang="en-US" sz="1800" dirty="0">
                <a:latin typeface="Calibri"/>
                <a:cs typeface="Calibri"/>
              </a:rPr>
              <a:t>-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</a:t>
            </a:r>
            <a:r>
              <a:rPr sz="1800" spc="-15" dirty="0">
                <a:latin typeface="Calibri"/>
                <a:cs typeface="Calibri"/>
              </a:rPr>
              <a:t>orm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 &lt;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&gt; </a:t>
            </a:r>
            <a:r>
              <a:rPr sz="1800" spc="-15" dirty="0">
                <a:latin typeface="Calibri"/>
                <a:cs typeface="Calibri"/>
              </a:rPr>
              <a:t>[m</a:t>
            </a:r>
            <a:r>
              <a:rPr sz="1800" spc="5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d]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62400" y="1615439"/>
            <a:ext cx="4579620" cy="854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6200" algn="ctr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I</a:t>
            </a:r>
            <a:r>
              <a:rPr sz="2800" b="1" spc="-20" dirty="0">
                <a:latin typeface="Calibri"/>
                <a:cs typeface="Calibri"/>
              </a:rPr>
              <a:t>E</a:t>
            </a:r>
            <a:r>
              <a:rPr sz="2800" b="1" spc="-15" dirty="0">
                <a:latin typeface="Calibri"/>
                <a:cs typeface="Calibri"/>
              </a:rPr>
              <a:t>EE</a:t>
            </a:r>
            <a:endParaRPr sz="2800" dirty="0">
              <a:latin typeface="Calibri"/>
              <a:cs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sz="2000" spc="-20" dirty="0">
                <a:latin typeface="Calibri"/>
                <a:cs typeface="Calibri"/>
              </a:rPr>
              <a:t>P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os</a:t>
            </a:r>
            <a:r>
              <a:rPr sz="2000" spc="-10" dirty="0">
                <a:latin typeface="Calibri"/>
                <a:cs typeface="Calibri"/>
              </a:rPr>
              <a:t>e: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ie</a:t>
            </a:r>
            <a:r>
              <a:rPr sz="2000" dirty="0">
                <a:latin typeface="Calibri"/>
                <a:cs typeface="Calibri"/>
              </a:rPr>
              <a:t>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10752" y="2972217"/>
            <a:ext cx="280866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20" dirty="0">
                <a:latin typeface="Calibri"/>
                <a:cs typeface="Calibri"/>
              </a:rPr>
              <a:t>G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Stru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tu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e: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29201" y="3376941"/>
            <a:ext cx="3962400" cy="2323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702310" indent="-285750">
              <a:lnSpc>
                <a:spcPct val="100000"/>
              </a:lnSpc>
              <a:buFontTx/>
              <a:buChar char="-"/>
            </a:pPr>
            <a:r>
              <a:rPr sz="1800" spc="-5" dirty="0">
                <a:latin typeface="Calibri"/>
                <a:cs typeface="Calibri"/>
              </a:rPr>
              <a:t>Ci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 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unn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g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x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 </a:t>
            </a:r>
            <a:endParaRPr lang="en-US" sz="1800" spc="-15" dirty="0">
              <a:latin typeface="Calibri"/>
              <a:cs typeface="Calibri"/>
            </a:endParaRPr>
          </a:p>
          <a:p>
            <a:pPr marL="12700" marR="70231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&gt; s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dirty="0">
                <a:latin typeface="Calibri"/>
                <a:cs typeface="Calibri"/>
              </a:rPr>
              <a:t>bs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t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800" spc="-10" dirty="0">
                <a:latin typeface="Calibri"/>
                <a:cs typeface="Calibri"/>
              </a:rPr>
              <a:t>- </a:t>
            </a:r>
            <a:r>
              <a:rPr sz="1800" spc="-10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800" spc="-5" dirty="0">
                <a:latin typeface="Calibri"/>
                <a:cs typeface="Calibri"/>
              </a:rPr>
              <a:t>-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or: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eg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r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dirty="0">
                <a:latin typeface="Calibri"/>
                <a:cs typeface="Calibri"/>
              </a:rPr>
              <a:t> 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&amp;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800" spc="-10" dirty="0">
                <a:latin typeface="Calibri"/>
                <a:cs typeface="Calibri"/>
              </a:rPr>
              <a:t>- 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e:</a:t>
            </a:r>
            <a:r>
              <a:rPr sz="1800" dirty="0">
                <a:latin typeface="Calibri"/>
                <a:cs typeface="Calibri"/>
              </a:rPr>
              <a:t> u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li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e,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alic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z</a:t>
            </a:r>
            <a:r>
              <a:rPr sz="1800" spc="-10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  <a:p>
            <a:pPr marL="12700" marR="393700">
              <a:lnSpc>
                <a:spcPct val="100000"/>
              </a:lnSpc>
              <a:spcBef>
                <a:spcPts val="600"/>
              </a:spcBef>
            </a:pPr>
            <a:r>
              <a:rPr lang="en-US" sz="1800" spc="-20" dirty="0">
                <a:latin typeface="Calibri"/>
                <a:cs typeface="Calibri"/>
              </a:rPr>
              <a:t>- </a:t>
            </a:r>
            <a:r>
              <a:rPr sz="1800" spc="-2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ge: </a:t>
            </a:r>
            <a:r>
              <a:rPr sz="1800" dirty="0">
                <a:latin typeface="Calibri"/>
                <a:cs typeface="Calibri"/>
              </a:rPr>
              <a:t>p.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r p</a:t>
            </a:r>
            <a:r>
              <a:rPr sz="1800" dirty="0">
                <a:latin typeface="Calibri"/>
                <a:cs typeface="Calibri"/>
              </a:rPr>
              <a:t>p.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beg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 – 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800" spc="-10" dirty="0">
                <a:latin typeface="Calibri"/>
                <a:cs typeface="Calibri"/>
              </a:rPr>
              <a:t>- </a:t>
            </a:r>
            <a:r>
              <a:rPr sz="1800" spc="-1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at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rm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 d</a:t>
            </a:r>
            <a:r>
              <a:rPr sz="1800" spc="-15" dirty="0">
                <a:latin typeface="Calibri"/>
                <a:cs typeface="Calibri"/>
              </a:rPr>
              <a:t>-m</a:t>
            </a:r>
            <a:r>
              <a:rPr sz="1800" spc="-5" dirty="0">
                <a:latin typeface="Calibri"/>
                <a:cs typeface="Calibri"/>
              </a:rPr>
              <a:t>-Y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2" name="Date Placeholder 3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D574F02-02AF-4ECA-91E8-8FB6DDA3FE58}" type="datetime1">
              <a:rPr lang="en-US" smtClean="0"/>
              <a:t>5/24/26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6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724557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604520" algn="ctr">
              <a:lnSpc>
                <a:spcPct val="100000"/>
              </a:lnSpc>
            </a:pPr>
            <a:r>
              <a:rPr spc="-5"/>
              <a:t>Gu</a:t>
            </a:r>
            <a:r>
              <a:rPr spc="-10"/>
              <a:t>i</a:t>
            </a:r>
            <a:r>
              <a:rPr spc="-5"/>
              <a:t>del</a:t>
            </a:r>
            <a:r>
              <a:rPr spc="-15"/>
              <a:t>i</a:t>
            </a:r>
            <a:r>
              <a:rPr spc="-30"/>
              <a:t>ne</a:t>
            </a:r>
            <a:endParaRPr spc="-3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1567180"/>
            <a:ext cx="3140075" cy="1875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20520">
              <a:lnSpc>
                <a:spcPct val="100000"/>
              </a:lnSpc>
            </a:pPr>
            <a:r>
              <a:rPr sz="3200" b="1" spc="-5" dirty="0">
                <a:latin typeface="Calibri"/>
                <a:cs typeface="Calibri"/>
              </a:rPr>
              <a:t>C</a:t>
            </a:r>
            <a:r>
              <a:rPr sz="3200" b="1" spc="-20" dirty="0">
                <a:latin typeface="Calibri"/>
                <a:cs typeface="Calibri"/>
              </a:rPr>
              <a:t>BE</a:t>
            </a:r>
            <a:endParaRPr sz="3200" dirty="0">
              <a:latin typeface="Calibri"/>
              <a:cs typeface="Calibri"/>
            </a:endParaRPr>
          </a:p>
          <a:p>
            <a:pPr marL="247650" indent="-234950">
              <a:lnSpc>
                <a:spcPct val="100000"/>
              </a:lnSpc>
              <a:spcBef>
                <a:spcPts val="930"/>
              </a:spcBef>
              <a:buFont typeface="Trebuchet MS"/>
              <a:buChar char="•"/>
              <a:tabLst>
                <a:tab pos="247650" algn="l"/>
              </a:tabLst>
            </a:pPr>
            <a:r>
              <a:rPr sz="2000" spc="-15" dirty="0">
                <a:latin typeface="Calibri"/>
                <a:cs typeface="Calibri"/>
              </a:rPr>
              <a:t>Pl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nt: af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f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nce</a:t>
            </a:r>
            <a:endParaRPr sz="2000" dirty="0">
              <a:latin typeface="Calibri"/>
              <a:cs typeface="Calibri"/>
            </a:endParaRPr>
          </a:p>
          <a:p>
            <a:pPr marL="247650" indent="-234950">
              <a:lnSpc>
                <a:spcPct val="100000"/>
              </a:lnSpc>
              <a:spcBef>
                <a:spcPts val="1650"/>
              </a:spcBef>
              <a:buFont typeface="Trebuchet MS"/>
              <a:buChar char="•"/>
              <a:tabLst>
                <a:tab pos="247650" algn="l"/>
              </a:tabLst>
            </a:pP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15" dirty="0">
                <a:latin typeface="Calibri"/>
                <a:cs typeface="Calibri"/>
              </a:rPr>
              <a:t>d</a:t>
            </a:r>
            <a:r>
              <a:rPr sz="2000" spc="-20" dirty="0">
                <a:latin typeface="Calibri"/>
                <a:cs typeface="Calibri"/>
              </a:rPr>
              <a:t>no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sz="2000" spc="-45" dirty="0">
                <a:latin typeface="Calibri"/>
                <a:cs typeface="Calibri"/>
              </a:rPr>
              <a:t>F</a:t>
            </a:r>
            <a:r>
              <a:rPr sz="2000" spc="-10" dirty="0">
                <a:latin typeface="Calibri"/>
                <a:cs typeface="Calibri"/>
              </a:rPr>
              <a:t>oot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ot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  t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spc="-15" dirty="0">
                <a:latin typeface="Calibri"/>
                <a:cs typeface="Calibri"/>
              </a:rPr>
              <a:t>e(</a:t>
            </a:r>
            <a:r>
              <a:rPr sz="2000" spc="-10" dirty="0">
                <a:latin typeface="Calibri"/>
                <a:cs typeface="Calibri"/>
              </a:rPr>
              <a:t>n)</a:t>
            </a:r>
            <a:endParaRPr sz="2000" dirty="0">
              <a:latin typeface="Calibri"/>
              <a:cs typeface="Calibri"/>
            </a:endParaRPr>
          </a:p>
          <a:p>
            <a:pPr marL="247650" indent="-234950">
              <a:lnSpc>
                <a:spcPct val="100000"/>
              </a:lnSpc>
              <a:spcBef>
                <a:spcPts val="1650"/>
              </a:spcBef>
              <a:buFont typeface="Trebuchet MS"/>
              <a:buChar char="•"/>
              <a:tabLst>
                <a:tab pos="247650" algn="l"/>
              </a:tabLst>
            </a:pPr>
            <a:r>
              <a:rPr sz="2000" spc="-20" dirty="0">
                <a:latin typeface="Calibri"/>
                <a:cs typeface="Calibri"/>
              </a:rPr>
              <a:t>Nu</a:t>
            </a:r>
            <a:r>
              <a:rPr sz="2000" spc="-15" dirty="0">
                <a:latin typeface="Calibri"/>
                <a:cs typeface="Calibri"/>
              </a:rPr>
              <a:t>m</a:t>
            </a:r>
            <a:r>
              <a:rPr sz="2000" spc="-2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-l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1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t: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800" y="3705864"/>
            <a:ext cx="3681545" cy="9006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spc="-5" dirty="0">
                <a:latin typeface="Calibri"/>
                <a:cs typeface="Calibri"/>
              </a:rPr>
              <a:t>- 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onten</a:t>
            </a:r>
            <a:r>
              <a:rPr sz="1800" spc="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d</a:t>
            </a:r>
            <a:r>
              <a:rPr sz="1800" spc="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line: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</a:t>
            </a:r>
            <a:r>
              <a:rPr sz="1800" spc="5" dirty="0">
                <a:latin typeface="Calibri"/>
                <a:cs typeface="Calibri"/>
              </a:rPr>
              <a:t>e </a:t>
            </a:r>
            <a:r>
              <a:rPr sz="1800" spc="-5" dirty="0">
                <a:latin typeface="Calibri"/>
                <a:cs typeface="Calibri"/>
              </a:rPr>
              <a:t>all</a:t>
            </a:r>
            <a:endParaRPr sz="1800" dirty="0">
              <a:latin typeface="Calibri"/>
              <a:cs typeface="Calibri"/>
            </a:endParaRPr>
          </a:p>
          <a:p>
            <a:pPr marL="12700" marR="160655">
              <a:lnSpc>
                <a:spcPct val="101400"/>
              </a:lnSpc>
              <a:spcBef>
                <a:spcPts val="489"/>
              </a:spcBef>
            </a:pPr>
            <a:r>
              <a:rPr lang="en-US" sz="1800" dirty="0">
                <a:latin typeface="Calibri"/>
                <a:cs typeface="Calibri"/>
              </a:rPr>
              <a:t>-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ma</a:t>
            </a:r>
            <a:r>
              <a:rPr sz="1800" spc="1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: title</a:t>
            </a:r>
            <a:r>
              <a:rPr sz="1800" spc="10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g</a:t>
            </a:r>
            <a:r>
              <a:rPr sz="1800" spc="5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cing</a:t>
            </a:r>
            <a:r>
              <a:rPr sz="1800" spc="10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indent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tio</a:t>
            </a:r>
            <a:r>
              <a:rPr sz="1800" spc="5" dirty="0"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8" y="4612086"/>
            <a:ext cx="167386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0" indent="-234950">
              <a:lnSpc>
                <a:spcPct val="100000"/>
              </a:lnSpc>
              <a:buFont typeface="Trebuchet MS"/>
              <a:buChar char="•"/>
              <a:tabLst>
                <a:tab pos="247650" algn="l"/>
              </a:tabLst>
            </a:pPr>
            <a:r>
              <a:rPr sz="2000" spc="-20" dirty="0">
                <a:latin typeface="Calibri"/>
                <a:cs typeface="Calibri"/>
              </a:rPr>
              <a:t>Bo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k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lang="en-US" sz="2000" spc="-10" dirty="0">
                <a:latin typeface="Calibri"/>
                <a:cs typeface="Calibri"/>
              </a:rPr>
              <a:t> Same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39" y="5466796"/>
            <a:ext cx="1831975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0" indent="-234950">
              <a:lnSpc>
                <a:spcPct val="100000"/>
              </a:lnSpc>
              <a:buFont typeface="Trebuchet MS"/>
              <a:buChar char="•"/>
              <a:tabLst>
                <a:tab pos="247650" algn="l"/>
              </a:tabLst>
            </a:pPr>
            <a:r>
              <a:rPr sz="2000" spc="-15" dirty="0">
                <a:latin typeface="Calibri"/>
                <a:cs typeface="Calibri"/>
              </a:rPr>
              <a:t>J</a:t>
            </a:r>
            <a:r>
              <a:rPr sz="2000" spc="-10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ti</a:t>
            </a:r>
            <a:r>
              <a:rPr sz="2000" spc="-1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spc="-15" dirty="0">
                <a:latin typeface="Calibri"/>
                <a:cs typeface="Calibri"/>
              </a:rPr>
              <a:t>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sz="half" idx="3"/>
          </p:nvPr>
        </p:nvSpPr>
        <p:spPr>
          <a:xfrm>
            <a:off x="4658175" y="1567180"/>
            <a:ext cx="4485825" cy="43242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5730" algn="ctr">
              <a:lnSpc>
                <a:spcPct val="100000"/>
              </a:lnSpc>
            </a:pPr>
            <a:r>
              <a:rPr spc="-20" dirty="0"/>
              <a:t>IEEE</a:t>
            </a:r>
          </a:p>
          <a:p>
            <a:pPr marL="247650" indent="-234950">
              <a:lnSpc>
                <a:spcPct val="100000"/>
              </a:lnSpc>
              <a:spcBef>
                <a:spcPts val="930"/>
              </a:spcBef>
              <a:buFont typeface="Trebuchet MS"/>
              <a:buChar char="•"/>
              <a:tabLst>
                <a:tab pos="247650" algn="l"/>
              </a:tabLst>
            </a:pPr>
            <a:r>
              <a:rPr sz="2000" b="0" spc="-10" dirty="0">
                <a:latin typeface="Calibri"/>
                <a:cs typeface="Calibri"/>
              </a:rPr>
              <a:t>Pla</a:t>
            </a:r>
            <a:r>
              <a:rPr sz="2000" b="0" spc="-15" dirty="0">
                <a:latin typeface="Calibri"/>
                <a:cs typeface="Calibri"/>
              </a:rPr>
              <a:t>cem</a:t>
            </a:r>
            <a:r>
              <a:rPr sz="2000" b="0" spc="-5" dirty="0">
                <a:latin typeface="Calibri"/>
                <a:cs typeface="Calibri"/>
              </a:rPr>
              <a:t>e</a:t>
            </a:r>
            <a:r>
              <a:rPr sz="2000" b="0" spc="-20" dirty="0">
                <a:latin typeface="Calibri"/>
                <a:cs typeface="Calibri"/>
              </a:rPr>
              <a:t>n</a:t>
            </a:r>
            <a:r>
              <a:rPr sz="2000" b="0" spc="-10" dirty="0">
                <a:latin typeface="Calibri"/>
                <a:cs typeface="Calibri"/>
              </a:rPr>
              <a:t>t: </a:t>
            </a:r>
            <a:r>
              <a:rPr sz="2000" b="0" dirty="0">
                <a:latin typeface="Calibri"/>
                <a:cs typeface="Calibri"/>
              </a:rPr>
              <a:t>a</a:t>
            </a:r>
            <a:r>
              <a:rPr sz="2000" b="0" spc="-10" dirty="0">
                <a:latin typeface="Calibri"/>
                <a:cs typeface="Calibri"/>
              </a:rPr>
              <a:t>ft</a:t>
            </a:r>
            <a:r>
              <a:rPr sz="2000" b="0" spc="-15" dirty="0">
                <a:latin typeface="Calibri"/>
                <a:cs typeface="Calibri"/>
              </a:rPr>
              <a:t>e</a:t>
            </a:r>
            <a:r>
              <a:rPr sz="2000" b="0" spc="-10" dirty="0">
                <a:latin typeface="Calibri"/>
                <a:cs typeface="Calibri"/>
              </a:rPr>
              <a:t>r</a:t>
            </a:r>
            <a:r>
              <a:rPr sz="2000" b="0" spc="10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r</a:t>
            </a:r>
            <a:r>
              <a:rPr sz="2000" b="0" spc="-5" dirty="0">
                <a:latin typeface="Calibri"/>
                <a:cs typeface="Calibri"/>
              </a:rPr>
              <a:t>e</a:t>
            </a:r>
            <a:r>
              <a:rPr sz="2000" b="0" spc="-10" dirty="0">
                <a:latin typeface="Calibri"/>
                <a:cs typeface="Calibri"/>
              </a:rPr>
              <a:t>f</a:t>
            </a:r>
            <a:r>
              <a:rPr sz="2000" b="0" spc="-5" dirty="0">
                <a:latin typeface="Calibri"/>
                <a:cs typeface="Calibri"/>
              </a:rPr>
              <a:t>e</a:t>
            </a:r>
            <a:r>
              <a:rPr sz="2000" b="0" spc="-15" dirty="0">
                <a:latin typeface="Calibri"/>
                <a:cs typeface="Calibri"/>
              </a:rPr>
              <a:t>r</a:t>
            </a:r>
            <a:r>
              <a:rPr sz="2000" b="0" spc="-5" dirty="0">
                <a:latin typeface="Calibri"/>
                <a:cs typeface="Calibri"/>
              </a:rPr>
              <a:t>e</a:t>
            </a:r>
            <a:r>
              <a:rPr sz="2000" b="0" spc="-15" dirty="0">
                <a:latin typeface="Calibri"/>
                <a:cs typeface="Calibri"/>
              </a:rPr>
              <a:t>nce</a:t>
            </a:r>
            <a:endParaRPr sz="2000" dirty="0">
              <a:latin typeface="Calibri"/>
              <a:cs typeface="Calibri"/>
            </a:endParaRPr>
          </a:p>
          <a:p>
            <a:pPr marL="247650" indent="-234950">
              <a:lnSpc>
                <a:spcPct val="100000"/>
              </a:lnSpc>
              <a:spcBef>
                <a:spcPts val="1650"/>
              </a:spcBef>
              <a:buFont typeface="Trebuchet MS"/>
              <a:buChar char="•"/>
              <a:tabLst>
                <a:tab pos="247650" algn="l"/>
              </a:tabLst>
            </a:pPr>
            <a:r>
              <a:rPr sz="2000" b="0" spc="-15" dirty="0">
                <a:latin typeface="Calibri"/>
                <a:cs typeface="Calibri"/>
              </a:rPr>
              <a:t>E</a:t>
            </a:r>
            <a:r>
              <a:rPr sz="2000" b="0" spc="-20" dirty="0">
                <a:latin typeface="Calibri"/>
                <a:cs typeface="Calibri"/>
              </a:rPr>
              <a:t>n</a:t>
            </a:r>
            <a:r>
              <a:rPr sz="2000" b="0" spc="-15" dirty="0">
                <a:latin typeface="Calibri"/>
                <a:cs typeface="Calibri"/>
              </a:rPr>
              <a:t>d</a:t>
            </a:r>
            <a:r>
              <a:rPr sz="2000" b="0" spc="-20" dirty="0">
                <a:latin typeface="Calibri"/>
                <a:cs typeface="Calibri"/>
              </a:rPr>
              <a:t>n</a:t>
            </a:r>
            <a:r>
              <a:rPr sz="2000" b="0" spc="-10" dirty="0">
                <a:latin typeface="Calibri"/>
                <a:cs typeface="Calibri"/>
              </a:rPr>
              <a:t>ot</a:t>
            </a:r>
            <a:r>
              <a:rPr sz="2000" b="0" spc="-5" dirty="0">
                <a:latin typeface="Calibri"/>
                <a:cs typeface="Calibri"/>
              </a:rPr>
              <a:t>e</a:t>
            </a:r>
            <a:r>
              <a:rPr sz="2000" b="0" spc="-10" dirty="0">
                <a:latin typeface="Calibri"/>
                <a:cs typeface="Calibri"/>
              </a:rPr>
              <a:t>: tab</a:t>
            </a:r>
            <a:r>
              <a:rPr sz="2000" b="0" spc="-15" dirty="0">
                <a:latin typeface="Calibri"/>
                <a:cs typeface="Calibri"/>
              </a:rPr>
              <a:t>l</a:t>
            </a:r>
            <a:r>
              <a:rPr sz="2000" b="0" spc="-5" dirty="0">
                <a:latin typeface="Calibri"/>
                <a:cs typeface="Calibri"/>
              </a:rPr>
              <a:t>e</a:t>
            </a:r>
            <a:r>
              <a:rPr sz="2000" b="0" spc="-15" dirty="0">
                <a:latin typeface="Calibri"/>
                <a:cs typeface="Calibri"/>
              </a:rPr>
              <a:t>(y)</a:t>
            </a:r>
            <a:endParaRPr sz="2000" dirty="0">
              <a:latin typeface="Calibri"/>
              <a:cs typeface="Calibri"/>
            </a:endParaRPr>
          </a:p>
          <a:p>
            <a:pPr marL="247650" indent="-234950">
              <a:lnSpc>
                <a:spcPct val="100000"/>
              </a:lnSpc>
              <a:spcBef>
                <a:spcPts val="1650"/>
              </a:spcBef>
              <a:buFont typeface="Trebuchet MS"/>
              <a:buChar char="•"/>
              <a:tabLst>
                <a:tab pos="247650" algn="l"/>
              </a:tabLst>
            </a:pPr>
            <a:r>
              <a:rPr sz="2000" b="0" spc="-20" dirty="0">
                <a:latin typeface="Calibri"/>
                <a:cs typeface="Calibri"/>
              </a:rPr>
              <a:t>N</a:t>
            </a:r>
            <a:r>
              <a:rPr sz="2000" b="0" spc="-15" dirty="0">
                <a:latin typeface="Calibri"/>
                <a:cs typeface="Calibri"/>
              </a:rPr>
              <a:t>u</a:t>
            </a:r>
            <a:r>
              <a:rPr sz="2000" b="0" spc="-25" dirty="0">
                <a:latin typeface="Calibri"/>
                <a:cs typeface="Calibri"/>
              </a:rPr>
              <a:t>m</a:t>
            </a:r>
            <a:r>
              <a:rPr sz="2000" b="0" spc="-15" dirty="0">
                <a:latin typeface="Calibri"/>
                <a:cs typeface="Calibri"/>
              </a:rPr>
              <a:t>be</a:t>
            </a:r>
            <a:r>
              <a:rPr sz="2000" b="0" spc="-10" dirty="0">
                <a:latin typeface="Calibri"/>
                <a:cs typeface="Calibri"/>
              </a:rPr>
              <a:t>r</a:t>
            </a:r>
            <a:r>
              <a:rPr sz="2000" b="0" spc="-15" dirty="0">
                <a:latin typeface="Calibri"/>
                <a:cs typeface="Calibri"/>
              </a:rPr>
              <a:t>-</a:t>
            </a:r>
            <a:r>
              <a:rPr sz="2000" b="0" spc="-5" dirty="0">
                <a:latin typeface="Calibri"/>
                <a:cs typeface="Calibri"/>
              </a:rPr>
              <a:t>l</a:t>
            </a:r>
            <a:r>
              <a:rPr sz="2000" b="0" spc="-15" dirty="0">
                <a:latin typeface="Calibri"/>
                <a:cs typeface="Calibri"/>
              </a:rPr>
              <a:t>is</a:t>
            </a:r>
            <a:r>
              <a:rPr sz="2000" b="0" spc="-10" dirty="0">
                <a:latin typeface="Calibri"/>
                <a:cs typeface="Calibri"/>
              </a:rPr>
              <a:t>t:</a:t>
            </a:r>
            <a:endParaRPr lang="en-US" sz="2000" dirty="0"/>
          </a:p>
          <a:p>
            <a:pPr marL="12700">
              <a:lnSpc>
                <a:spcPct val="100000"/>
              </a:lnSpc>
              <a:spcBef>
                <a:spcPts val="1650"/>
              </a:spcBef>
              <a:tabLst>
                <a:tab pos="247650" algn="l"/>
              </a:tabLst>
            </a:pPr>
            <a:r>
              <a:rPr lang="en-US" sz="2000" b="0" spc="-5" dirty="0">
                <a:latin typeface="Calibri"/>
                <a:cs typeface="Calibri"/>
              </a:rPr>
              <a:t>	</a:t>
            </a:r>
            <a:r>
              <a:rPr lang="en-US" sz="1800" b="0" spc="-5" dirty="0">
                <a:latin typeface="Calibri"/>
                <a:cs typeface="Calibri"/>
              </a:rPr>
              <a:t>- </a:t>
            </a:r>
            <a:r>
              <a:rPr sz="1800" b="0" spc="-5" dirty="0">
                <a:latin typeface="Calibri"/>
                <a:cs typeface="Calibri"/>
              </a:rPr>
              <a:t>C</a:t>
            </a:r>
            <a:r>
              <a:rPr sz="1800" b="0" dirty="0">
                <a:latin typeface="Calibri"/>
                <a:cs typeface="Calibri"/>
              </a:rPr>
              <a:t>ont</a:t>
            </a:r>
            <a:r>
              <a:rPr sz="1800" b="0" spc="10" dirty="0">
                <a:latin typeface="Calibri"/>
                <a:cs typeface="Calibri"/>
              </a:rPr>
              <a:t>e</a:t>
            </a:r>
            <a:r>
              <a:rPr sz="1800" b="0" dirty="0">
                <a:latin typeface="Calibri"/>
                <a:cs typeface="Calibri"/>
              </a:rPr>
              <a:t>n</a:t>
            </a:r>
            <a:r>
              <a:rPr sz="1800" b="0" spc="5" dirty="0">
                <a:latin typeface="Calibri"/>
                <a:cs typeface="Calibri"/>
              </a:rPr>
              <a:t>t</a:t>
            </a:r>
            <a:r>
              <a:rPr sz="1800" b="0" spc="-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Guidelin</a:t>
            </a:r>
            <a:r>
              <a:rPr sz="1800" b="0" spc="5" dirty="0">
                <a:latin typeface="Calibri"/>
                <a:cs typeface="Calibri"/>
              </a:rPr>
              <a:t>e </a:t>
            </a:r>
            <a:r>
              <a:rPr sz="1800" b="0" dirty="0">
                <a:latin typeface="Calibri"/>
                <a:cs typeface="Calibri"/>
              </a:rPr>
              <a:t>(</a:t>
            </a:r>
            <a:r>
              <a:rPr sz="1800" b="0" spc="-5" dirty="0">
                <a:latin typeface="Calibri"/>
                <a:cs typeface="Calibri"/>
              </a:rPr>
              <a:t>s</a:t>
            </a:r>
            <a:r>
              <a:rPr sz="1800" b="0" spc="5" dirty="0">
                <a:latin typeface="Calibri"/>
                <a:cs typeface="Calibri"/>
              </a:rPr>
              <a:t>a</a:t>
            </a:r>
            <a:r>
              <a:rPr sz="1800" b="0" spc="-5" dirty="0">
                <a:latin typeface="Calibri"/>
                <a:cs typeface="Calibri"/>
              </a:rPr>
              <a:t>m</a:t>
            </a:r>
            <a:r>
              <a:rPr sz="1800" b="0" dirty="0">
                <a:latin typeface="Calibri"/>
                <a:cs typeface="Calibri"/>
              </a:rPr>
              <a:t>e)</a:t>
            </a:r>
            <a:endParaRPr lang="en-US" sz="1800" dirty="0"/>
          </a:p>
          <a:p>
            <a:pPr marL="12700">
              <a:lnSpc>
                <a:spcPct val="100000"/>
              </a:lnSpc>
              <a:spcBef>
                <a:spcPts val="1650"/>
              </a:spcBef>
              <a:tabLst>
                <a:tab pos="247650" algn="l"/>
              </a:tabLst>
            </a:pPr>
            <a:r>
              <a:rPr lang="en-US" sz="1800" b="0" spc="5" dirty="0">
                <a:latin typeface="Calibri"/>
                <a:cs typeface="Calibri"/>
              </a:rPr>
              <a:t>	- </a:t>
            </a:r>
            <a:r>
              <a:rPr sz="1800" b="0" spc="5" dirty="0">
                <a:latin typeface="Calibri"/>
                <a:cs typeface="Calibri"/>
              </a:rPr>
              <a:t>P</a:t>
            </a:r>
            <a:r>
              <a:rPr sz="1800" b="0" spc="-5" dirty="0">
                <a:latin typeface="Calibri"/>
                <a:cs typeface="Calibri"/>
              </a:rPr>
              <a:t>a</a:t>
            </a:r>
            <a:r>
              <a:rPr sz="1800" b="0" spc="10" dirty="0">
                <a:latin typeface="Calibri"/>
                <a:cs typeface="Calibri"/>
              </a:rPr>
              <a:t>g</a:t>
            </a:r>
            <a:r>
              <a:rPr sz="1800" b="0" spc="5" dirty="0">
                <a:latin typeface="Calibri"/>
                <a:cs typeface="Calibri"/>
              </a:rPr>
              <a:t>e</a:t>
            </a:r>
            <a:r>
              <a:rPr sz="1800" b="0" dirty="0">
                <a:latin typeface="Calibri"/>
                <a:cs typeface="Calibri"/>
              </a:rPr>
              <a:t> </a:t>
            </a:r>
            <a:r>
              <a:rPr sz="1800" b="0" spc="-30" dirty="0">
                <a:latin typeface="Calibri"/>
                <a:cs typeface="Calibri"/>
              </a:rPr>
              <a:t>F</a:t>
            </a:r>
            <a:r>
              <a:rPr sz="1800" b="0" dirty="0">
                <a:latin typeface="Calibri"/>
                <a:cs typeface="Calibri"/>
              </a:rPr>
              <a:t>o</a:t>
            </a:r>
            <a:r>
              <a:rPr sz="1800" b="0" spc="5" dirty="0">
                <a:latin typeface="Calibri"/>
                <a:cs typeface="Calibri"/>
              </a:rPr>
              <a:t>r</a:t>
            </a:r>
            <a:r>
              <a:rPr sz="1800" b="0" spc="-5" dirty="0">
                <a:latin typeface="Calibri"/>
                <a:cs typeface="Calibri"/>
              </a:rPr>
              <a:t>m</a:t>
            </a:r>
            <a:r>
              <a:rPr sz="1800" b="0" spc="5" dirty="0">
                <a:latin typeface="Calibri"/>
                <a:cs typeface="Calibri"/>
              </a:rPr>
              <a:t>a</a:t>
            </a:r>
            <a:r>
              <a:rPr sz="1800" b="0" dirty="0">
                <a:latin typeface="Calibri"/>
                <a:cs typeface="Calibri"/>
              </a:rPr>
              <a:t>t: tit</a:t>
            </a:r>
            <a:r>
              <a:rPr sz="1800" b="0" spc="5" dirty="0">
                <a:latin typeface="Calibri"/>
                <a:cs typeface="Calibri"/>
              </a:rPr>
              <a:t>l</a:t>
            </a:r>
            <a:r>
              <a:rPr sz="1800" b="0" dirty="0">
                <a:latin typeface="Calibri"/>
                <a:cs typeface="Calibri"/>
              </a:rPr>
              <a:t>e-o</a:t>
            </a:r>
            <a:r>
              <a:rPr sz="1800" b="0" spc="5" dirty="0">
                <a:latin typeface="Calibri"/>
                <a:cs typeface="Calibri"/>
              </a:rPr>
              <a:t>r</a:t>
            </a:r>
            <a:r>
              <a:rPr sz="1800" b="0" dirty="0">
                <a:latin typeface="Calibri"/>
                <a:cs typeface="Calibri"/>
              </a:rPr>
              <a:t>de</a:t>
            </a:r>
            <a:r>
              <a:rPr sz="1800" b="0" spc="-5" dirty="0">
                <a:latin typeface="Calibri"/>
                <a:cs typeface="Calibri"/>
              </a:rPr>
              <a:t>r</a:t>
            </a:r>
            <a:r>
              <a:rPr sz="1800" b="0" dirty="0">
                <a:latin typeface="Calibri"/>
                <a:cs typeface="Calibri"/>
              </a:rPr>
              <a:t>in</a:t>
            </a:r>
            <a:r>
              <a:rPr sz="1800" b="0" spc="10" dirty="0">
                <a:latin typeface="Calibri"/>
                <a:cs typeface="Calibri"/>
              </a:rPr>
              <a:t>g</a:t>
            </a:r>
            <a:r>
              <a:rPr sz="1800" b="0" spc="5" dirty="0">
                <a:latin typeface="Calibri"/>
                <a:cs typeface="Calibri"/>
              </a:rPr>
              <a:t>-</a:t>
            </a:r>
            <a:r>
              <a:rPr sz="1800" b="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s</a:t>
            </a:r>
            <a:r>
              <a:rPr sz="1800" b="0" dirty="0">
                <a:latin typeface="Calibri"/>
                <a:cs typeface="Calibri"/>
              </a:rPr>
              <a:t>p</a:t>
            </a:r>
            <a:r>
              <a:rPr sz="1800" b="0" spc="-5" dirty="0">
                <a:latin typeface="Calibri"/>
                <a:cs typeface="Calibri"/>
              </a:rPr>
              <a:t>a</a:t>
            </a:r>
            <a:r>
              <a:rPr sz="1800" b="0" dirty="0">
                <a:latin typeface="Calibri"/>
                <a:cs typeface="Calibri"/>
              </a:rPr>
              <a:t>cin</a:t>
            </a:r>
            <a:r>
              <a:rPr sz="1800" b="0" spc="10" dirty="0">
                <a:latin typeface="Calibri"/>
                <a:cs typeface="Calibri"/>
              </a:rPr>
              <a:t>g</a:t>
            </a:r>
            <a:r>
              <a:rPr lang="en-US" sz="1800" b="0" dirty="0"/>
              <a:t> 	</a:t>
            </a:r>
            <a:r>
              <a:rPr sz="1800" b="0" dirty="0">
                <a:latin typeface="Calibri"/>
                <a:cs typeface="Calibri"/>
              </a:rPr>
              <a:t>inden</a:t>
            </a:r>
            <a:r>
              <a:rPr sz="1800" b="0" spc="-5" dirty="0">
                <a:latin typeface="Calibri"/>
                <a:cs typeface="Calibri"/>
              </a:rPr>
              <a:t>t</a:t>
            </a:r>
            <a:r>
              <a:rPr sz="1800" b="0" spc="5" dirty="0">
                <a:latin typeface="Calibri"/>
                <a:cs typeface="Calibri"/>
              </a:rPr>
              <a:t>a</a:t>
            </a:r>
            <a:r>
              <a:rPr sz="1800" b="0" dirty="0">
                <a:latin typeface="Calibri"/>
                <a:cs typeface="Calibri"/>
              </a:rPr>
              <a:t>tio</a:t>
            </a:r>
            <a:r>
              <a:rPr sz="1800" b="0" spc="5" dirty="0"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7650" indent="-234950">
              <a:lnSpc>
                <a:spcPct val="100000"/>
              </a:lnSpc>
              <a:buFont typeface="Trebuchet MS"/>
              <a:buChar char="•"/>
              <a:tabLst>
                <a:tab pos="247650" algn="l"/>
              </a:tabLst>
            </a:pPr>
            <a:r>
              <a:rPr sz="2000" b="0" spc="-20" dirty="0">
                <a:latin typeface="Calibri"/>
                <a:cs typeface="Calibri"/>
              </a:rPr>
              <a:t>B</a:t>
            </a:r>
            <a:r>
              <a:rPr sz="2000" b="0" spc="-10" dirty="0">
                <a:latin typeface="Calibri"/>
                <a:cs typeface="Calibri"/>
              </a:rPr>
              <a:t>o</a:t>
            </a:r>
            <a:r>
              <a:rPr sz="2000" b="0" spc="-20" dirty="0">
                <a:latin typeface="Calibri"/>
                <a:cs typeface="Calibri"/>
              </a:rPr>
              <a:t>ok</a:t>
            </a:r>
            <a:r>
              <a:rPr sz="2000" b="0" spc="-10" dirty="0">
                <a:latin typeface="Calibri"/>
                <a:cs typeface="Calibri"/>
              </a:rPr>
              <a:t>:</a:t>
            </a:r>
            <a:r>
              <a:rPr lang="en-US" sz="2000" dirty="0"/>
              <a:t> </a:t>
            </a:r>
            <a:r>
              <a:rPr sz="1800" b="0" dirty="0">
                <a:latin typeface="Calibri"/>
                <a:cs typeface="Calibri"/>
              </a:rPr>
              <a:t>S</a:t>
            </a:r>
            <a:r>
              <a:rPr sz="1800" b="0" spc="5" dirty="0">
                <a:latin typeface="Calibri"/>
                <a:cs typeface="Calibri"/>
              </a:rPr>
              <a:t>a</a:t>
            </a:r>
            <a:r>
              <a:rPr sz="1800" b="0" spc="-5" dirty="0">
                <a:latin typeface="Calibri"/>
                <a:cs typeface="Calibri"/>
              </a:rPr>
              <a:t>m</a:t>
            </a:r>
            <a:r>
              <a:rPr sz="1800" b="0" spc="5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7650" indent="-234950">
              <a:lnSpc>
                <a:spcPct val="100000"/>
              </a:lnSpc>
              <a:buFont typeface="Trebuchet MS"/>
              <a:buChar char="•"/>
              <a:tabLst>
                <a:tab pos="247650" algn="l"/>
              </a:tabLst>
            </a:pPr>
            <a:r>
              <a:rPr sz="2000" b="0" spc="-15" dirty="0">
                <a:latin typeface="Calibri"/>
                <a:cs typeface="Calibri"/>
              </a:rPr>
              <a:t>J</a:t>
            </a:r>
            <a:r>
              <a:rPr sz="2000" b="0" spc="-10" dirty="0">
                <a:latin typeface="Calibri"/>
                <a:cs typeface="Calibri"/>
              </a:rPr>
              <a:t>o</a:t>
            </a:r>
            <a:r>
              <a:rPr sz="2000" b="0" spc="-20" dirty="0">
                <a:latin typeface="Calibri"/>
                <a:cs typeface="Calibri"/>
              </a:rPr>
              <a:t>u</a:t>
            </a:r>
            <a:r>
              <a:rPr sz="2000" b="0" spc="-10" dirty="0">
                <a:latin typeface="Calibri"/>
                <a:cs typeface="Calibri"/>
              </a:rPr>
              <a:t>rnal</a:t>
            </a:r>
            <a:r>
              <a:rPr sz="2000" b="0" spc="-5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Ar</a:t>
            </a:r>
            <a:r>
              <a:rPr sz="2000" b="0" dirty="0">
                <a:latin typeface="Calibri"/>
                <a:cs typeface="Calibri"/>
              </a:rPr>
              <a:t>t</a:t>
            </a:r>
            <a:r>
              <a:rPr sz="2000" b="0" spc="-15" dirty="0">
                <a:latin typeface="Calibri"/>
                <a:cs typeface="Calibri"/>
              </a:rPr>
              <a:t>ic</a:t>
            </a:r>
            <a:r>
              <a:rPr sz="2000" b="0" spc="-5" dirty="0">
                <a:latin typeface="Calibri"/>
                <a:cs typeface="Calibri"/>
              </a:rPr>
              <a:t>le</a:t>
            </a:r>
            <a:r>
              <a:rPr sz="2000" b="0" spc="-10" dirty="0">
                <a:latin typeface="Calibri"/>
                <a:cs typeface="Calibri"/>
              </a:rPr>
              <a:t>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A722CD9-F2D4-4568-B2B0-27AC2710BDDB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5"/>
              <a:t>D</a:t>
            </a:r>
            <a:r>
              <a:rPr spc="-10"/>
              <a:t>i</a:t>
            </a:r>
            <a:r>
              <a:rPr spc="-5"/>
              <a:t>ss</a:t>
            </a:r>
            <a:r>
              <a:rPr spc="-25"/>
              <a:t>er</a:t>
            </a:r>
            <a:r>
              <a:rPr spc="-10"/>
              <a:t>t</a:t>
            </a:r>
            <a:r>
              <a:t>at</a:t>
            </a:r>
            <a:r>
              <a:rPr spc="-15"/>
              <a:t>i</a:t>
            </a:r>
            <a:r>
              <a:rPr spc="-5"/>
              <a:t>o</a:t>
            </a:r>
            <a:r>
              <a:t>n </a:t>
            </a:r>
            <a:r>
              <a:rPr spc="-55"/>
              <a:t>W</a:t>
            </a:r>
            <a:r>
              <a:rPr spc="-25"/>
              <a:t>r</a:t>
            </a:r>
            <a:r>
              <a:rPr spc="-10"/>
              <a:t>iti</a:t>
            </a:r>
            <a:r>
              <a:rPr spc="-5"/>
              <a:t>ng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05909"/>
            <a:ext cx="6715759" cy="103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marR="508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sz="2400" spc="-5" dirty="0">
                <a:latin typeface="Calibri"/>
                <a:cs typeface="Calibri"/>
              </a:rPr>
              <a:t>Ti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’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es</a:t>
            </a:r>
            <a:r>
              <a:rPr sz="2400" spc="-15" dirty="0">
                <a:latin typeface="Calibri"/>
                <a:cs typeface="Calibri"/>
              </a:rPr>
              <a:t>ear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iss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Adv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des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ro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10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-5" dirty="0">
                <a:latin typeface="Calibri"/>
                <a:cs typeface="Calibri"/>
              </a:rPr>
              <a:t>mi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©</a:t>
            </a:r>
            <a:r>
              <a:rPr sz="2400" spc="-25" dirty="0">
                <a:latin typeface="Calibri"/>
                <a:cs typeface="Calibri"/>
              </a:rPr>
              <a:t>20</a:t>
            </a:r>
            <a:r>
              <a:rPr sz="2400" spc="-15" dirty="0">
                <a:latin typeface="Calibri"/>
                <a:cs typeface="Calibri"/>
              </a:rPr>
              <a:t>0</a:t>
            </a:r>
            <a:r>
              <a:rPr sz="2400" spc="-25" dirty="0">
                <a:latin typeface="Calibri"/>
                <a:cs typeface="Calibri"/>
              </a:rPr>
              <a:t>5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000" spc="5" dirty="0">
                <a:latin typeface="Calibri"/>
                <a:cs typeface="Calibri"/>
                <a:hlinkClick r:id="rId4"/>
              </a:rPr>
              <a:t>h</a:t>
            </a:r>
            <a:r>
              <a:rPr sz="2000" spc="-5" dirty="0">
                <a:latin typeface="Calibri"/>
                <a:cs typeface="Calibri"/>
                <a:hlinkClick r:id="rId4"/>
              </a:rPr>
              <a:t>tt</a:t>
            </a:r>
            <a:r>
              <a:rPr sz="2000" spc="5" dirty="0">
                <a:latin typeface="Calibri"/>
                <a:cs typeface="Calibri"/>
                <a:hlinkClick r:id="rId4"/>
              </a:rPr>
              <a:t>p</a:t>
            </a:r>
            <a:r>
              <a:rPr sz="2000" spc="-10" dirty="0">
                <a:latin typeface="Calibri"/>
                <a:cs typeface="Calibri"/>
                <a:hlinkClick r:id="rId4"/>
              </a:rPr>
              <a:t>:</a:t>
            </a:r>
            <a:r>
              <a:rPr sz="2000" spc="5" dirty="0">
                <a:latin typeface="Calibri"/>
                <a:cs typeface="Calibri"/>
                <a:hlinkClick r:id="rId4"/>
              </a:rPr>
              <a:t>//</a:t>
            </a:r>
            <a:r>
              <a:rPr sz="2000" spc="-20" dirty="0">
                <a:latin typeface="Calibri"/>
                <a:cs typeface="Calibri"/>
                <a:hlinkClick r:id="rId4"/>
              </a:rPr>
              <a:t>ww</a:t>
            </a:r>
            <a:r>
              <a:rPr sz="2000" spc="-25" dirty="0">
                <a:latin typeface="Calibri"/>
                <a:cs typeface="Calibri"/>
                <a:hlinkClick r:id="rId4"/>
              </a:rPr>
              <a:t>w</a:t>
            </a:r>
            <a:r>
              <a:rPr sz="2000" dirty="0">
                <a:latin typeface="Calibri"/>
                <a:cs typeface="Calibri"/>
                <a:hlinkClick r:id="rId4"/>
              </a:rPr>
              <a:t>.</a:t>
            </a:r>
            <a:r>
              <a:rPr sz="2000" spc="-5" dirty="0">
                <a:latin typeface="Calibri"/>
                <a:cs typeface="Calibri"/>
                <a:hlinkClick r:id="rId4"/>
              </a:rPr>
              <a:t>uwas</a:t>
            </a:r>
            <a:r>
              <a:rPr sz="2000" dirty="0">
                <a:latin typeface="Calibri"/>
                <a:cs typeface="Calibri"/>
                <a:hlinkClick r:id="rId4"/>
              </a:rPr>
              <a:t>a</a:t>
            </a:r>
            <a:r>
              <a:rPr sz="2000" spc="-5" dirty="0">
                <a:latin typeface="Calibri"/>
                <a:cs typeface="Calibri"/>
                <a:hlinkClick r:id="rId4"/>
              </a:rPr>
              <a:t>.</a:t>
            </a:r>
            <a:r>
              <a:rPr sz="2000" spc="5" dirty="0">
                <a:latin typeface="Calibri"/>
                <a:cs typeface="Calibri"/>
                <a:hlinkClick r:id="rId4"/>
              </a:rPr>
              <a:t>f</a:t>
            </a:r>
            <a:r>
              <a:rPr sz="2000" spc="-10" dirty="0">
                <a:latin typeface="Calibri"/>
                <a:cs typeface="Calibri"/>
                <a:hlinkClick r:id="rId4"/>
              </a:rPr>
              <a:t>i</a:t>
            </a:r>
            <a:r>
              <a:rPr sz="2000" spc="5" dirty="0">
                <a:latin typeface="Calibri"/>
                <a:cs typeface="Calibri"/>
                <a:hlinkClick r:id="rId4"/>
              </a:rPr>
              <a:t>/</a:t>
            </a:r>
            <a:r>
              <a:rPr sz="2000" dirty="0">
                <a:latin typeface="Calibri"/>
                <a:cs typeface="Calibri"/>
                <a:hlinkClick r:id="rId4"/>
              </a:rPr>
              <a:t>~</a:t>
            </a:r>
            <a:r>
              <a:rPr sz="2000" spc="-5" dirty="0">
                <a:latin typeface="Calibri"/>
                <a:cs typeface="Calibri"/>
                <a:hlinkClick r:id="rId4"/>
              </a:rPr>
              <a:t>ts</a:t>
            </a:r>
            <a:r>
              <a:rPr sz="2000" spc="5" dirty="0">
                <a:latin typeface="Calibri"/>
                <a:cs typeface="Calibri"/>
                <a:hlinkClick r:id="rId4"/>
              </a:rPr>
              <a:t>/</a:t>
            </a:r>
            <a:r>
              <a:rPr sz="2000" dirty="0">
                <a:latin typeface="Calibri"/>
                <a:cs typeface="Calibri"/>
                <a:hlinkClick r:id="rId4"/>
              </a:rPr>
              <a:t>o</a:t>
            </a:r>
            <a:r>
              <a:rPr sz="2000" spc="-5" dirty="0">
                <a:latin typeface="Calibri"/>
                <a:cs typeface="Calibri"/>
                <a:hlinkClick r:id="rId4"/>
              </a:rPr>
              <a:t>pas</a:t>
            </a:r>
            <a:r>
              <a:rPr sz="2000" spc="5" dirty="0">
                <a:latin typeface="Calibri"/>
                <a:cs typeface="Calibri"/>
                <a:hlinkClick r:id="rId4"/>
              </a:rPr>
              <a:t>/</a:t>
            </a:r>
            <a:r>
              <a:rPr sz="2000" spc="-5" dirty="0">
                <a:latin typeface="Calibri"/>
                <a:cs typeface="Calibri"/>
                <a:hlinkClick r:id="rId4"/>
              </a:rPr>
              <a:t>in</a:t>
            </a:r>
            <a:r>
              <a:rPr sz="2000" spc="5" dirty="0">
                <a:latin typeface="Calibri"/>
                <a:cs typeface="Calibri"/>
                <a:hlinkClick r:id="rId4"/>
              </a:rPr>
              <a:t>t</a:t>
            </a:r>
            <a:r>
              <a:rPr sz="2000" spc="-5" dirty="0">
                <a:latin typeface="Calibri"/>
                <a:cs typeface="Calibri"/>
                <a:hlinkClick r:id="rId4"/>
              </a:rPr>
              <a:t>d</a:t>
            </a:r>
            <a:r>
              <a:rPr sz="2000" spc="5" dirty="0">
                <a:latin typeface="Calibri"/>
                <a:cs typeface="Calibri"/>
                <a:hlinkClick r:id="rId4"/>
              </a:rPr>
              <a:t>/</a:t>
            </a:r>
            <a:r>
              <a:rPr sz="2000" spc="-10" dirty="0">
                <a:latin typeface="Calibri"/>
                <a:cs typeface="Calibri"/>
                <a:hlinkClick r:id="rId4"/>
              </a:rPr>
              <a:t>re</a:t>
            </a:r>
            <a:r>
              <a:rPr sz="2000" spc="-15" dirty="0">
                <a:latin typeface="Calibri"/>
                <a:cs typeface="Calibri"/>
                <a:hlinkClick r:id="rId4"/>
              </a:rPr>
              <a:t>s</a:t>
            </a:r>
            <a:r>
              <a:rPr sz="2000" spc="-5" dirty="0">
                <a:latin typeface="Calibri"/>
                <a:cs typeface="Calibri"/>
                <a:hlinkClick r:id="rId4"/>
              </a:rPr>
              <a:t>g</a:t>
            </a:r>
            <a:r>
              <a:rPr sz="2000" spc="5" dirty="0">
                <a:latin typeface="Calibri"/>
                <a:cs typeface="Calibri"/>
                <a:hlinkClick r:id="rId4"/>
              </a:rPr>
              <a:t>u</a:t>
            </a:r>
            <a:r>
              <a:rPr sz="2000" spc="-5" dirty="0">
                <a:latin typeface="Calibri"/>
                <a:cs typeface="Calibri"/>
                <a:hlinkClick r:id="rId4"/>
              </a:rPr>
              <a:t>i.h</a:t>
            </a:r>
            <a:r>
              <a:rPr sz="2000" spc="5" dirty="0">
                <a:latin typeface="Calibri"/>
                <a:cs typeface="Calibri"/>
                <a:hlinkClick r:id="rId4"/>
              </a:rPr>
              <a:t>t</a:t>
            </a:r>
            <a:r>
              <a:rPr sz="2000" spc="-30" dirty="0">
                <a:latin typeface="Calibri"/>
                <a:cs typeface="Calibri"/>
                <a:hlinkClick r:id="rId4"/>
              </a:rPr>
              <a:t>m</a:t>
            </a:r>
            <a:r>
              <a:rPr sz="2000" dirty="0">
                <a:latin typeface="Calibri"/>
                <a:cs typeface="Calibri"/>
                <a:hlinkClick r:id="rId4"/>
              </a:rPr>
              <a:t>l</a:t>
            </a:r>
            <a:r>
              <a:rPr sz="2000" spc="-5" dirty="0">
                <a:latin typeface="Calibri"/>
                <a:cs typeface="Calibri"/>
                <a:hlinkClick r:id="rId4"/>
              </a:rPr>
              <a:t> </a:t>
            </a:r>
            <a:r>
              <a:rPr sz="2000" spc="10" dirty="0">
                <a:latin typeface="Calibri"/>
                <a:cs typeface="Calibri"/>
              </a:rPr>
              <a:t>(</a:t>
            </a:r>
            <a:r>
              <a:rPr sz="2000" spc="-20" dirty="0">
                <a:latin typeface="Calibri"/>
                <a:cs typeface="Calibri"/>
              </a:rPr>
              <a:t>Ma</a:t>
            </a:r>
            <a:r>
              <a:rPr sz="2000" spc="-10" dirty="0">
                <a:latin typeface="Calibri"/>
                <a:cs typeface="Calibri"/>
              </a:rPr>
              <a:t>y,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20</a:t>
            </a:r>
            <a:r>
              <a:rPr sz="2000" spc="-5" dirty="0">
                <a:latin typeface="Calibri"/>
                <a:cs typeface="Calibri"/>
              </a:rPr>
              <a:t>0</a:t>
            </a:r>
            <a:r>
              <a:rPr sz="2000" spc="-20" dirty="0">
                <a:latin typeface="Calibri"/>
                <a:cs typeface="Calibri"/>
              </a:rPr>
              <a:t>5</a:t>
            </a:r>
            <a:r>
              <a:rPr sz="2000" spc="10" dirty="0">
                <a:latin typeface="Calibri"/>
                <a:cs typeface="Calibri"/>
              </a:rPr>
              <a:t>)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8269" y="3047983"/>
            <a:ext cx="1422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90" dirty="0">
                <a:latin typeface="Calibri"/>
                <a:cs typeface="Calibri"/>
              </a:rPr>
              <a:t>–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2120" y="3044189"/>
            <a:ext cx="6468110" cy="2727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 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5" dirty="0">
                <a:latin typeface="Calibri"/>
                <a:cs typeface="Calibri"/>
              </a:rPr>
              <a:t>oo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0" dirty="0">
                <a:latin typeface="Calibri"/>
                <a:cs typeface="Calibri"/>
              </a:rPr>
              <a:t> r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5" dirty="0">
                <a:latin typeface="Calibri"/>
                <a:cs typeface="Calibri"/>
              </a:rPr>
              <a:t>s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m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25" dirty="0">
                <a:latin typeface="Calibri"/>
                <a:cs typeface="Calibri"/>
              </a:rPr>
              <a:t>me</a:t>
            </a:r>
            <a:r>
              <a:rPr sz="2200" spc="-10" dirty="0">
                <a:latin typeface="Calibri"/>
                <a:cs typeface="Calibri"/>
              </a:rPr>
              <a:t>nt 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10" dirty="0">
                <a:latin typeface="Calibri"/>
                <a:cs typeface="Calibri"/>
              </a:rPr>
              <a:t>ui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b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0" dirty="0">
                <a:latin typeface="Calibri"/>
                <a:cs typeface="Calibri"/>
              </a:rPr>
              <a:t>k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 w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</a:t>
            </a:r>
            <a:r>
              <a:rPr sz="2200" spc="-5" dirty="0">
                <a:latin typeface="Calibri"/>
                <a:cs typeface="Calibri"/>
              </a:rPr>
              <a:t>of T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20" dirty="0">
                <a:latin typeface="Calibri"/>
                <a:cs typeface="Calibri"/>
              </a:rPr>
              <a:t>m</a:t>
            </a:r>
            <a:r>
              <a:rPr sz="2200" spc="-15" dirty="0">
                <a:latin typeface="Calibri"/>
                <a:cs typeface="Calibri"/>
              </a:rPr>
              <a:t>o’</a:t>
            </a:r>
            <a:r>
              <a:rPr sz="2200" spc="-10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m</a:t>
            </a:r>
            <a:r>
              <a:rPr sz="2200" spc="-25" dirty="0">
                <a:latin typeface="Calibri"/>
                <a:cs typeface="Calibri"/>
              </a:rPr>
              <a:t>me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0" dirty="0">
                <a:latin typeface="Calibri"/>
                <a:cs typeface="Calibri"/>
              </a:rPr>
              <a:t>ir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spc="-20" dirty="0">
                <a:latin typeface="Calibri"/>
                <a:cs typeface="Calibri"/>
              </a:rPr>
              <a:t>te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5" dirty="0">
                <a:latin typeface="Calibri"/>
                <a:cs typeface="Calibri"/>
              </a:rPr>
              <a:t>oc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20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al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o a</a:t>
            </a:r>
            <a:r>
              <a:rPr sz="2200" spc="-10" dirty="0">
                <a:latin typeface="Calibri"/>
                <a:cs typeface="Calibri"/>
              </a:rPr>
              <a:t>ppl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b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-5" dirty="0">
                <a:latin typeface="Calibri"/>
                <a:cs typeface="Calibri"/>
              </a:rPr>
              <a:t>fo</a:t>
            </a:r>
            <a:r>
              <a:rPr sz="2200" dirty="0">
                <a:latin typeface="Calibri"/>
                <a:cs typeface="Calibri"/>
              </a:rPr>
              <a:t>r </a:t>
            </a:r>
            <a:r>
              <a:rPr sz="2200" spc="-35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0" dirty="0">
                <a:latin typeface="Calibri"/>
                <a:cs typeface="Calibri"/>
              </a:rPr>
              <a:t> p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.</a:t>
            </a:r>
          </a:p>
          <a:p>
            <a:pPr marL="12700" marR="253365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libri"/>
                <a:cs typeface="Calibri"/>
              </a:rPr>
              <a:t>27 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v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25" dirty="0">
                <a:latin typeface="Calibri"/>
                <a:cs typeface="Calibri"/>
              </a:rPr>
              <a:t>we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g</a:t>
            </a:r>
            <a:r>
              <a:rPr sz="2200" spc="-10" dirty="0">
                <a:latin typeface="Calibri"/>
                <a:cs typeface="Calibri"/>
              </a:rPr>
              <a:t>uid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b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0" dirty="0">
                <a:latin typeface="Calibri"/>
                <a:cs typeface="Calibri"/>
              </a:rPr>
              <a:t>k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</a:t>
            </a:r>
            <a:r>
              <a:rPr sz="2200" spc="-5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lu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0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</a:t>
            </a:r>
            <a:r>
              <a:rPr sz="2200" spc="-15" dirty="0">
                <a:latin typeface="Calibri"/>
                <a:cs typeface="Calibri"/>
              </a:rPr>
              <a:t>es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 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0" dirty="0">
                <a:latin typeface="Calibri"/>
                <a:cs typeface="Calibri"/>
              </a:rPr>
              <a:t>u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" dirty="0">
                <a:latin typeface="Calibri"/>
                <a:cs typeface="Calibri"/>
              </a:rPr>
              <a:t> sc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25" dirty="0">
                <a:latin typeface="Calibri"/>
                <a:cs typeface="Calibri"/>
              </a:rPr>
              <a:t>ce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con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30" dirty="0">
                <a:latin typeface="Calibri"/>
                <a:cs typeface="Calibri"/>
              </a:rPr>
              <a:t>m</a:t>
            </a:r>
            <a:r>
              <a:rPr sz="2200" spc="-20" dirty="0">
                <a:latin typeface="Calibri"/>
                <a:cs typeface="Calibri"/>
              </a:rPr>
              <a:t>y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ss s</a:t>
            </a:r>
            <a:r>
              <a:rPr sz="220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udy, </a:t>
            </a:r>
            <a:r>
              <a:rPr sz="2200" spc="-30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ge</a:t>
            </a:r>
            <a:r>
              <a:rPr sz="2200" spc="-30" dirty="0">
                <a:latin typeface="Calibri"/>
                <a:cs typeface="Calibri"/>
              </a:rPr>
              <a:t>m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f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cou</a:t>
            </a:r>
            <a:r>
              <a:rPr sz="2200" spc="-10" dirty="0">
                <a:latin typeface="Calibri"/>
                <a:cs typeface="Calibri"/>
              </a:rPr>
              <a:t>ntin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but </a:t>
            </a:r>
            <a:r>
              <a:rPr sz="2200" spc="-15" dirty="0">
                <a:latin typeface="Calibri"/>
                <a:cs typeface="Calibri"/>
              </a:rPr>
              <a:t>f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w</a:t>
            </a:r>
            <a:r>
              <a:rPr sz="2200" spc="-5" dirty="0">
                <a:latin typeface="Calibri"/>
                <a:cs typeface="Calibri"/>
              </a:rPr>
              <a:t> f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 o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n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ic r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h.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</a:t>
            </a:r>
            <a:r>
              <a:rPr sz="2200" spc="-10" dirty="0">
                <a:latin typeface="Calibri"/>
                <a:cs typeface="Calibri"/>
              </a:rPr>
              <a:t>m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ec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30" dirty="0">
                <a:latin typeface="Calibri"/>
                <a:cs typeface="Calibri"/>
              </a:rPr>
              <a:t>mm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d 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v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ew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</a:t>
            </a:r>
            <a:r>
              <a:rPr sz="2200" spc="-10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b</a:t>
            </a:r>
            <a:r>
              <a:rPr sz="2200" spc="-5" dirty="0">
                <a:latin typeface="Calibri"/>
                <a:cs typeface="Calibri"/>
              </a:rPr>
              <a:t>ook</a:t>
            </a:r>
            <a:r>
              <a:rPr sz="2200" dirty="0">
                <a:latin typeface="Calibri"/>
                <a:cs typeface="Calibri"/>
              </a:rPr>
              <a:t>s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10" dirty="0">
                <a:latin typeface="Calibri"/>
                <a:cs typeface="Calibri"/>
              </a:rPr>
              <a:t>!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8269" y="4130023"/>
            <a:ext cx="1422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90" dirty="0">
                <a:latin typeface="Calibri"/>
                <a:cs typeface="Calibri"/>
              </a:rPr>
              <a:t>–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C1A65DC-3952-4585-8C9A-7BA98AC77A1B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vi-VN" spc="-30" dirty="0"/>
              <a:t>Some</a:t>
            </a:r>
            <a:r>
              <a:rPr spc="-15" dirty="0"/>
              <a:t> </a:t>
            </a:r>
            <a:r>
              <a:rPr spc="-25" dirty="0"/>
              <a:t>Rec</a:t>
            </a:r>
            <a:r>
              <a:rPr spc="-20" dirty="0"/>
              <a:t>o</a:t>
            </a:r>
            <a:r>
              <a:rPr spc="-45" dirty="0"/>
              <a:t>mm</a:t>
            </a:r>
            <a:r>
              <a:rPr spc="-5" dirty="0"/>
              <a:t>enda</a:t>
            </a:r>
            <a:r>
              <a:rPr spc="10" dirty="0"/>
              <a:t>t</a:t>
            </a:r>
            <a:r>
              <a:rPr spc="-10" dirty="0"/>
              <a:t>i</a:t>
            </a:r>
            <a:r>
              <a:rPr spc="-5" dirty="0"/>
              <a:t>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240" y="1815829"/>
            <a:ext cx="1066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15" dirty="0">
                <a:latin typeface="Trebuchet MS"/>
                <a:cs typeface="Trebuchet MS"/>
              </a:rPr>
              <a:t>•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6450" y="1840229"/>
            <a:ext cx="7054850" cy="500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39"/>
              </a:lnSpc>
            </a:pPr>
            <a:r>
              <a:rPr sz="1800" spc="-10" dirty="0">
                <a:latin typeface="Calibri"/>
                <a:cs typeface="Calibri"/>
              </a:rPr>
              <a:t>Dr</a:t>
            </a:r>
            <a:r>
              <a:rPr sz="1800" spc="-5" dirty="0">
                <a:latin typeface="Calibri"/>
                <a:cs typeface="Calibri"/>
              </a:rPr>
              <a:t>af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0" dirty="0">
                <a:latin typeface="Calibri"/>
                <a:cs typeface="Calibri"/>
              </a:rPr>
              <a:t>r </a:t>
            </a:r>
            <a:r>
              <a:rPr sz="1800" dirty="0">
                <a:latin typeface="Calibri"/>
                <a:cs typeface="Calibri"/>
              </a:rPr>
              <a:t>“s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or</a:t>
            </a:r>
            <a:r>
              <a:rPr sz="1800" spc="-15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d”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15" dirty="0">
                <a:latin typeface="Calibri"/>
                <a:cs typeface="Calibri"/>
              </a:rPr>
              <a:t>ica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q</a:t>
            </a:r>
            <a:r>
              <a:rPr sz="1800" spc="-10" dirty="0">
                <a:latin typeface="Calibri"/>
                <a:cs typeface="Calibri"/>
              </a:rPr>
              <a:t>ue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s</a:t>
            </a:r>
            <a:r>
              <a:rPr sz="1800" spc="-15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oi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15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2989" y="2409870"/>
            <a:ext cx="11048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65" dirty="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6839" y="2406650"/>
            <a:ext cx="6676390" cy="961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720"/>
              </a:lnSpc>
            </a:pPr>
            <a:r>
              <a:rPr sz="1600" spc="-20" dirty="0">
                <a:latin typeface="Calibri"/>
                <a:cs typeface="Calibri"/>
              </a:rPr>
              <a:t>W</a:t>
            </a:r>
            <a:r>
              <a:rPr sz="1600" spc="-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is</a:t>
            </a:r>
            <a:r>
              <a:rPr sz="1600" spc="-10" dirty="0">
                <a:latin typeface="Calibri"/>
                <a:cs typeface="Calibri"/>
              </a:rPr>
              <a:t> t</a:t>
            </a:r>
            <a:r>
              <a:rPr sz="1600" spc="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5" dirty="0">
                <a:latin typeface="Calibri"/>
                <a:cs typeface="Calibri"/>
              </a:rPr>
              <a:t>pu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po</a:t>
            </a:r>
            <a:r>
              <a:rPr sz="1600" spc="-10" dirty="0">
                <a:latin typeface="Calibri"/>
                <a:cs typeface="Calibri"/>
              </a:rPr>
              <a:t>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?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</a:t>
            </a:r>
            <a:r>
              <a:rPr sz="1600" spc="-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e 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20" dirty="0">
                <a:latin typeface="Calibri"/>
                <a:cs typeface="Calibri"/>
              </a:rPr>
              <a:t>ke</a:t>
            </a:r>
            <a:r>
              <a:rPr sz="1600" spc="-10" dirty="0">
                <a:latin typeface="Calibri"/>
                <a:cs typeface="Calibri"/>
              </a:rPr>
              <a:t>y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20" dirty="0">
                <a:latin typeface="Calibri"/>
                <a:cs typeface="Calibri"/>
              </a:rPr>
              <a:t>eme</a:t>
            </a:r>
            <a:r>
              <a:rPr sz="1600" spc="5" dirty="0">
                <a:latin typeface="Calibri"/>
                <a:cs typeface="Calibri"/>
              </a:rPr>
              <a:t>n</a:t>
            </a:r>
            <a:r>
              <a:rPr sz="1600" spc="-2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s </a:t>
            </a:r>
            <a:r>
              <a:rPr sz="1600" spc="-2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on</a:t>
            </a: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ti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dirty="0">
                <a:latin typeface="Calibri"/>
                <a:cs typeface="Calibri"/>
              </a:rPr>
              <a:t>ti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our p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?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re 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</a:t>
            </a:r>
            <a:r>
              <a:rPr sz="1600" dirty="0">
                <a:latin typeface="Calibri"/>
                <a:cs typeface="Calibri"/>
              </a:rPr>
              <a:t>lli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spc="5" dirty="0">
                <a:latin typeface="Calibri"/>
                <a:cs typeface="Calibri"/>
              </a:rPr>
              <a:t>g</a:t>
            </a:r>
            <a:r>
              <a:rPr sz="1600" dirty="0">
                <a:latin typeface="Calibri"/>
                <a:cs typeface="Calibri"/>
              </a:rPr>
              <a:t>?</a:t>
            </a:r>
          </a:p>
          <a:p>
            <a:pPr marL="12700" marR="260985">
              <a:lnSpc>
                <a:spcPts val="1720"/>
              </a:lnSpc>
              <a:spcBef>
                <a:spcPts val="610"/>
              </a:spcBef>
            </a:pPr>
            <a:r>
              <a:rPr sz="1600" spc="-20" dirty="0">
                <a:latin typeface="Calibri"/>
                <a:cs typeface="Calibri"/>
              </a:rPr>
              <a:t>W</a:t>
            </a:r>
            <a:r>
              <a:rPr sz="1600" spc="-5" dirty="0">
                <a:latin typeface="Calibri"/>
                <a:cs typeface="Calibri"/>
              </a:rPr>
              <a:t>ho</a:t>
            </a:r>
            <a:r>
              <a:rPr sz="1600" spc="-10" dirty="0">
                <a:latin typeface="Calibri"/>
                <a:cs typeface="Calibri"/>
              </a:rPr>
              <a:t>’s 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te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spc="-15" dirty="0">
                <a:latin typeface="Calibri"/>
                <a:cs typeface="Calibri"/>
              </a:rPr>
              <a:t>d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u</a:t>
            </a:r>
            <a:r>
              <a:rPr sz="1600" spc="5" dirty="0">
                <a:latin typeface="Calibri"/>
                <a:cs typeface="Calibri"/>
              </a:rPr>
              <a:t>d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?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Info</a:t>
            </a:r>
            <a:r>
              <a:rPr sz="1600" spc="-20" dirty="0">
                <a:latin typeface="Calibri"/>
                <a:cs typeface="Calibri"/>
              </a:rPr>
              <a:t>rm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b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p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se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5" dirty="0">
                <a:latin typeface="Calibri"/>
                <a:cs typeface="Calibri"/>
              </a:rPr>
              <a:t> b</a:t>
            </a:r>
            <a:r>
              <a:rPr sz="1600" dirty="0">
                <a:latin typeface="Calibri"/>
                <a:cs typeface="Calibri"/>
              </a:rPr>
              <a:t>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ce</a:t>
            </a:r>
            <a:r>
              <a:rPr sz="1600" spc="-15" dirty="0">
                <a:latin typeface="Calibri"/>
                <a:cs typeface="Calibri"/>
              </a:rPr>
              <a:t>b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g</a:t>
            </a:r>
            <a:r>
              <a:rPr sz="1600" spc="-5" dirty="0">
                <a:latin typeface="Calibri"/>
                <a:cs typeface="Calibri"/>
              </a:rPr>
              <a:t>, </a:t>
            </a:r>
            <a:r>
              <a:rPr sz="1600" spc="-20" dirty="0">
                <a:latin typeface="Calibri"/>
                <a:cs typeface="Calibri"/>
              </a:rPr>
              <a:t>w</a:t>
            </a:r>
            <a:r>
              <a:rPr sz="1600" spc="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at</a:t>
            </a:r>
            <a:r>
              <a:rPr sz="1600" dirty="0">
                <a:latin typeface="Calibri"/>
                <a:cs typeface="Calibri"/>
              </a:rPr>
              <a:t> is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v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 o</a:t>
            </a:r>
            <a:r>
              <a:rPr sz="1600" dirty="0">
                <a:latin typeface="Calibri"/>
                <a:cs typeface="Calibri"/>
              </a:rPr>
              <a:t>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r </a:t>
            </a:r>
            <a:r>
              <a:rPr sz="1600" spc="-20" dirty="0">
                <a:latin typeface="Calibri"/>
                <a:cs typeface="Calibri"/>
              </a:rPr>
              <a:t>w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es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ct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 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15" dirty="0">
                <a:latin typeface="Calibri"/>
                <a:cs typeface="Calibri"/>
              </a:rPr>
              <a:t>d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th</a:t>
            </a:r>
            <a:r>
              <a:rPr sz="1600" spc="-5" dirty="0">
                <a:latin typeface="Calibri"/>
                <a:cs typeface="Calibri"/>
              </a:rPr>
              <a:t> o</a:t>
            </a:r>
            <a:r>
              <a:rPr sz="1600" dirty="0">
                <a:latin typeface="Calibri"/>
                <a:cs typeface="Calibri"/>
              </a:rPr>
              <a:t>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ce</a:t>
            </a:r>
            <a:r>
              <a:rPr sz="1600" spc="-15" dirty="0">
                <a:latin typeface="Calibri"/>
                <a:cs typeface="Calibri"/>
              </a:rPr>
              <a:t>b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g</a:t>
            </a:r>
            <a:r>
              <a:rPr sz="1600" dirty="0">
                <a:latin typeface="Calibri"/>
                <a:cs typeface="Calibri"/>
              </a:rPr>
              <a:t>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62989" y="2924220"/>
            <a:ext cx="11048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65" dirty="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240" y="3591289"/>
            <a:ext cx="1066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15" dirty="0">
                <a:latin typeface="Trebuchet MS"/>
                <a:cs typeface="Trebuchet MS"/>
              </a:rPr>
              <a:t>•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450" y="3615690"/>
            <a:ext cx="58686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’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r 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ep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fo</a:t>
            </a:r>
            <a:r>
              <a:rPr sz="1800" spc="-10" dirty="0">
                <a:latin typeface="Calibri"/>
                <a:cs typeface="Calibri"/>
              </a:rPr>
              <a:t>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av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b</a:t>
            </a:r>
            <a:r>
              <a:rPr sz="1800" spc="-10" dirty="0">
                <a:latin typeface="Calibri"/>
                <a:cs typeface="Calibri"/>
              </a:rPr>
              <a:t>ee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 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du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2989" y="3938950"/>
            <a:ext cx="11048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65" dirty="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6839" y="3935729"/>
            <a:ext cx="6340475" cy="447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720"/>
              </a:lnSpc>
            </a:pP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5" dirty="0">
                <a:latin typeface="Calibri"/>
                <a:cs typeface="Calibri"/>
              </a:rPr>
              <a:t>x</a:t>
            </a:r>
            <a:r>
              <a:rPr sz="1600" spc="-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lain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10" dirty="0">
                <a:latin typeface="Calibri"/>
                <a:cs typeface="Calibri"/>
              </a:rPr>
              <a:t>l</a:t>
            </a:r>
            <a:r>
              <a:rPr sz="1600" spc="-20" dirty="0">
                <a:latin typeface="Calibri"/>
                <a:cs typeface="Calibri"/>
              </a:rPr>
              <a:t>eme</a:t>
            </a:r>
            <a:r>
              <a:rPr sz="1600" spc="5" dirty="0">
                <a:latin typeface="Calibri"/>
                <a:cs typeface="Calibri"/>
              </a:rPr>
              <a:t>n</a:t>
            </a:r>
            <a:r>
              <a:rPr sz="1600" spc="-2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s 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ou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y</a:t>
            </a:r>
            <a:r>
              <a:rPr sz="1600" dirty="0">
                <a:latin typeface="Calibri"/>
                <a:cs typeface="Calibri"/>
              </a:rPr>
              <a:t>. </a:t>
            </a:r>
            <a:r>
              <a:rPr sz="1600" spc="-10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ey </a:t>
            </a:r>
            <a:r>
              <a:rPr sz="1600" spc="-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v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n’</a:t>
            </a:r>
            <a:r>
              <a:rPr sz="1600" spc="-10" dirty="0">
                <a:latin typeface="Calibri"/>
                <a:cs typeface="Calibri"/>
              </a:rPr>
              <a:t>t </a:t>
            </a:r>
            <a:r>
              <a:rPr sz="1600" spc="-15" dirty="0">
                <a:latin typeface="Calibri"/>
                <a:cs typeface="Calibri"/>
              </a:rPr>
              <a:t>b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odu</a:t>
            </a:r>
            <a:r>
              <a:rPr sz="1600" spc="-10" dirty="0">
                <a:latin typeface="Calibri"/>
                <a:cs typeface="Calibri"/>
              </a:rPr>
              <a:t>ce</a:t>
            </a:r>
            <a:r>
              <a:rPr sz="1600" spc="-15" dirty="0">
                <a:latin typeface="Calibri"/>
                <a:cs typeface="Calibri"/>
              </a:rPr>
              <a:t>d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-15" dirty="0">
                <a:latin typeface="Calibri"/>
                <a:cs typeface="Calibri"/>
              </a:rPr>
              <a:t> d</a:t>
            </a:r>
            <a:r>
              <a:rPr sz="1600" spc="-10" dirty="0">
                <a:latin typeface="Calibri"/>
                <a:cs typeface="Calibri"/>
              </a:rPr>
              <a:t>es</a:t>
            </a:r>
            <a:r>
              <a:rPr sz="1600" spc="-20" dirty="0">
                <a:latin typeface="Calibri"/>
                <a:cs typeface="Calibri"/>
              </a:rPr>
              <a:t>cr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be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hem</a:t>
            </a:r>
            <a:r>
              <a:rPr sz="1600" spc="-10" dirty="0">
                <a:latin typeface="Calibri"/>
                <a:cs typeface="Calibri"/>
              </a:rPr>
              <a:t> (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spc="-10" dirty="0">
                <a:latin typeface="Calibri"/>
                <a:cs typeface="Calibri"/>
              </a:rPr>
              <a:t>se </a:t>
            </a:r>
            <a:r>
              <a:rPr sz="1600" spc="10" dirty="0">
                <a:latin typeface="Calibri"/>
                <a:cs typeface="Calibri"/>
              </a:rPr>
              <a:t>f</a:t>
            </a:r>
            <a:r>
              <a:rPr sz="1600" spc="-10" dirty="0">
                <a:latin typeface="Calibri"/>
                <a:cs typeface="Calibri"/>
              </a:rPr>
              <a:t>act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d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f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r 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ou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ce</a:t>
            </a:r>
            <a:r>
              <a:rPr sz="1600" dirty="0">
                <a:latin typeface="Calibri"/>
                <a:cs typeface="Calibri"/>
              </a:rPr>
              <a:t>s -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te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re</a:t>
            </a:r>
            <a:r>
              <a:rPr sz="1600" spc="-10" dirty="0">
                <a:latin typeface="Calibri"/>
                <a:cs typeface="Calibri"/>
              </a:rPr>
              <a:t>f</a:t>
            </a:r>
            <a:r>
              <a:rPr sz="1600" spc="-20" dirty="0">
                <a:latin typeface="Calibri"/>
                <a:cs typeface="Calibri"/>
              </a:rPr>
              <a:t>er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c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)</a:t>
            </a:r>
            <a:r>
              <a:rPr sz="16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23240" y="4606019"/>
            <a:ext cx="1066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15" dirty="0">
                <a:latin typeface="Trebuchet MS"/>
                <a:cs typeface="Trebuchet MS"/>
              </a:rPr>
              <a:t>•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6450" y="4630420"/>
            <a:ext cx="49904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Ac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ym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p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ede</a:t>
            </a:r>
            <a:r>
              <a:rPr sz="1800" dirty="0">
                <a:latin typeface="Calibri"/>
                <a:cs typeface="Calibri"/>
              </a:rPr>
              <a:t>d b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co</a:t>
            </a:r>
            <a:r>
              <a:rPr sz="1800" dirty="0">
                <a:latin typeface="Calibri"/>
                <a:cs typeface="Calibri"/>
              </a:rPr>
              <a:t>mp</a:t>
            </a:r>
            <a:r>
              <a:rPr sz="1800" spc="-1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,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2989" y="4953680"/>
            <a:ext cx="11048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65" dirty="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839" y="4950459"/>
            <a:ext cx="6467475" cy="447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720"/>
              </a:lnSpc>
            </a:pP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g</a:t>
            </a:r>
            <a:r>
              <a:rPr sz="1600" dirty="0">
                <a:latin typeface="Calibri"/>
                <a:cs typeface="Calibri"/>
              </a:rPr>
              <a:t> H</a:t>
            </a:r>
            <a:r>
              <a:rPr sz="1600" spc="-5" dirty="0">
                <a:latin typeface="Calibri"/>
                <a:cs typeface="Calibri"/>
              </a:rPr>
              <a:t>C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U</a:t>
            </a:r>
            <a:r>
              <a:rPr sz="1600" spc="-20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b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5" dirty="0">
                <a:latin typeface="Calibri"/>
                <a:cs typeface="Calibri"/>
              </a:rPr>
              <a:t>quo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“</a:t>
            </a:r>
            <a:r>
              <a:rPr sz="1600" spc="-10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C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M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 C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ty </a:t>
            </a:r>
            <a:r>
              <a:rPr sz="1600" spc="-25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v</a:t>
            </a:r>
            <a:r>
              <a:rPr sz="1600" spc="-20" dirty="0">
                <a:latin typeface="Calibri"/>
                <a:cs typeface="Calibri"/>
              </a:rPr>
              <a:t>er</a:t>
            </a:r>
            <a:r>
              <a:rPr sz="1600" dirty="0">
                <a:latin typeface="Calibri"/>
                <a:cs typeface="Calibri"/>
              </a:rPr>
              <a:t>si</a:t>
            </a:r>
            <a:r>
              <a:rPr sz="1600" spc="-10" dirty="0">
                <a:latin typeface="Calibri"/>
                <a:cs typeface="Calibri"/>
              </a:rPr>
              <a:t>ty 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Nat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2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c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s </a:t>
            </a:r>
            <a:r>
              <a:rPr sz="1600" spc="-10" dirty="0">
                <a:latin typeface="Calibri"/>
                <a:cs typeface="Calibri"/>
              </a:rPr>
              <a:t>(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C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U</a:t>
            </a:r>
            <a:r>
              <a:rPr sz="1600" spc="-20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S)</a:t>
            </a:r>
            <a:r>
              <a:rPr sz="1600" dirty="0">
                <a:latin typeface="Calibri"/>
                <a:cs typeface="Calibri"/>
              </a:rPr>
              <a:t>”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m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spc="-10" dirty="0">
                <a:latin typeface="Calibri"/>
                <a:cs typeface="Calibri"/>
              </a:rPr>
              <a:t>se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23240" y="5622019"/>
            <a:ext cx="7504430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910" marR="5080" indent="-283210">
              <a:lnSpc>
                <a:spcPts val="1950"/>
              </a:lnSpc>
              <a:buFont typeface="Trebuchet MS"/>
              <a:buChar char="•"/>
              <a:tabLst>
                <a:tab pos="295910" algn="l"/>
              </a:tabLst>
            </a:pPr>
            <a:r>
              <a:rPr sz="1800" spc="-10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ure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phs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5" dirty="0">
                <a:latin typeface="Calibri"/>
                <a:cs typeface="Calibri"/>
              </a:rPr>
              <a:t>f-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x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l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 ill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io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 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l 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 o</a:t>
            </a:r>
            <a:r>
              <a:rPr sz="1800" dirty="0">
                <a:latin typeface="Calibri"/>
                <a:cs typeface="Calibri"/>
              </a:rPr>
              <a:t>f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per</a:t>
            </a:r>
            <a:r>
              <a:rPr sz="18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62989" y="6214790"/>
            <a:ext cx="11048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65" dirty="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6839" y="6211570"/>
            <a:ext cx="6784340" cy="448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760"/>
              </a:lnSpc>
            </a:pPr>
            <a:r>
              <a:rPr sz="1600" dirty="0">
                <a:latin typeface="Calibri"/>
                <a:cs typeface="Calibri"/>
              </a:rPr>
              <a:t>D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-15" dirty="0">
                <a:latin typeface="Calibri"/>
                <a:cs typeface="Calibri"/>
              </a:rPr>
              <a:t>n’</a:t>
            </a:r>
            <a:r>
              <a:rPr sz="1600" spc="-10" dirty="0">
                <a:latin typeface="Calibri"/>
                <a:cs typeface="Calibri"/>
              </a:rPr>
              <a:t>t </a:t>
            </a:r>
            <a:r>
              <a:rPr sz="1600" spc="5" dirty="0">
                <a:latin typeface="Calibri"/>
                <a:cs typeface="Calibri"/>
              </a:rPr>
              <a:t>j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spc="-10" dirty="0">
                <a:latin typeface="Calibri"/>
                <a:cs typeface="Calibri"/>
              </a:rPr>
              <a:t>st</a:t>
            </a:r>
            <a:r>
              <a:rPr sz="1600" dirty="0">
                <a:latin typeface="Calibri"/>
                <a:cs typeface="Calibri"/>
              </a:rPr>
              <a:t> a</a:t>
            </a:r>
            <a:r>
              <a:rPr sz="1600" spc="-10" dirty="0">
                <a:latin typeface="Calibri"/>
                <a:cs typeface="Calibri"/>
              </a:rPr>
              <a:t>tt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10" dirty="0">
                <a:latin typeface="Calibri"/>
                <a:cs typeface="Calibri"/>
              </a:rPr>
              <a:t>f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g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 t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. </a:t>
            </a:r>
            <a:r>
              <a:rPr sz="1600" spc="-10" dirty="0">
                <a:latin typeface="Calibri"/>
                <a:cs typeface="Calibri"/>
              </a:rPr>
              <a:t>D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dirty="0">
                <a:latin typeface="Calibri"/>
                <a:cs typeface="Calibri"/>
              </a:rPr>
              <a:t>ss</a:t>
            </a:r>
            <a:r>
              <a:rPr sz="1600" spc="-10" dirty="0">
                <a:latin typeface="Calibri"/>
                <a:cs typeface="Calibri"/>
              </a:rPr>
              <a:t> 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5" dirty="0">
                <a:latin typeface="Calibri"/>
                <a:cs typeface="Calibri"/>
              </a:rPr>
              <a:t>f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gu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s in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5" dirty="0">
                <a:latin typeface="Calibri"/>
                <a:cs typeface="Calibri"/>
              </a:rPr>
              <a:t>bod</a:t>
            </a:r>
            <a:r>
              <a:rPr sz="1600" dirty="0">
                <a:latin typeface="Calibri"/>
                <a:cs typeface="Calibri"/>
              </a:rPr>
              <a:t>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 </a:t>
            </a:r>
            <a:r>
              <a:rPr sz="1600" spc="-20" dirty="0">
                <a:latin typeface="Calibri"/>
                <a:cs typeface="Calibri"/>
              </a:rPr>
              <a:t>t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x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. </a:t>
            </a:r>
            <a:r>
              <a:rPr sz="2400" spc="-15" baseline="1736" dirty="0">
                <a:latin typeface="Calibri"/>
                <a:cs typeface="Calibri"/>
              </a:rPr>
              <a:t>R</a:t>
            </a:r>
            <a:r>
              <a:rPr sz="2400" baseline="1736" dirty="0">
                <a:latin typeface="Calibri"/>
                <a:cs typeface="Calibri"/>
              </a:rPr>
              <a:t>ai</a:t>
            </a:r>
            <a:r>
              <a:rPr sz="2400" spc="-15" baseline="1736" dirty="0">
                <a:latin typeface="Calibri"/>
                <a:cs typeface="Calibri"/>
              </a:rPr>
              <a:t>se</a:t>
            </a:r>
            <a:r>
              <a:rPr sz="2400" baseline="1736" dirty="0">
                <a:latin typeface="Calibri"/>
                <a:cs typeface="Calibri"/>
              </a:rPr>
              <a:t> </a:t>
            </a:r>
            <a:r>
              <a:rPr sz="2400" spc="-22" baseline="1736" dirty="0">
                <a:latin typeface="Calibri"/>
                <a:cs typeface="Calibri"/>
              </a:rPr>
              <a:t>yo</a:t>
            </a:r>
            <a:r>
              <a:rPr sz="2400" spc="-7" baseline="1736" dirty="0">
                <a:latin typeface="Calibri"/>
                <a:cs typeface="Calibri"/>
              </a:rPr>
              <a:t>u</a:t>
            </a:r>
            <a:r>
              <a:rPr sz="2400" baseline="1736" dirty="0">
                <a:latin typeface="Calibri"/>
                <a:cs typeface="Calibri"/>
              </a:rPr>
              <a:t>r</a:t>
            </a:r>
            <a:r>
              <a:rPr sz="2400" spc="-15" baseline="1736" dirty="0">
                <a:latin typeface="Calibri"/>
                <a:cs typeface="Calibri"/>
              </a:rPr>
              <a:t>s</a:t>
            </a:r>
            <a:r>
              <a:rPr sz="2400" spc="-30" baseline="1736" dirty="0">
                <a:latin typeface="Calibri"/>
                <a:cs typeface="Calibri"/>
              </a:rPr>
              <a:t>e</a:t>
            </a:r>
            <a:r>
              <a:rPr sz="2400" baseline="1736" dirty="0">
                <a:latin typeface="Calibri"/>
                <a:cs typeface="Calibri"/>
              </a:rPr>
              <a:t>lf</a:t>
            </a:r>
            <a:r>
              <a:rPr sz="2400" spc="7" baseline="1736" dirty="0">
                <a:latin typeface="Calibri"/>
                <a:cs typeface="Calibri"/>
              </a:rPr>
              <a:t> </a:t>
            </a:r>
            <a:r>
              <a:rPr sz="2400" spc="-15" baseline="1736" dirty="0">
                <a:latin typeface="Calibri"/>
                <a:cs typeface="Calibri"/>
              </a:rPr>
              <a:t>t</a:t>
            </a:r>
            <a:r>
              <a:rPr sz="2400" spc="-22" baseline="1736" dirty="0">
                <a:latin typeface="Calibri"/>
                <a:cs typeface="Calibri"/>
              </a:rPr>
              <a:t>h</a:t>
            </a:r>
            <a:r>
              <a:rPr sz="2400" spc="-15" baseline="1736" dirty="0">
                <a:latin typeface="Calibri"/>
                <a:cs typeface="Calibri"/>
              </a:rPr>
              <a:t>e </a:t>
            </a:r>
            <a:r>
              <a:rPr sz="2400" spc="-7" baseline="1736" dirty="0">
                <a:latin typeface="Calibri"/>
                <a:cs typeface="Calibri"/>
              </a:rPr>
              <a:t>qu</a:t>
            </a:r>
            <a:r>
              <a:rPr sz="2400" spc="-15" baseline="1736" dirty="0">
                <a:latin typeface="Calibri"/>
                <a:cs typeface="Calibri"/>
              </a:rPr>
              <a:t>est</a:t>
            </a:r>
            <a:r>
              <a:rPr sz="2400" baseline="1736" dirty="0">
                <a:latin typeface="Calibri"/>
                <a:cs typeface="Calibri"/>
              </a:rPr>
              <a:t>ion</a:t>
            </a:r>
            <a:r>
              <a:rPr sz="2400" spc="-7" baseline="1736" dirty="0">
                <a:latin typeface="Calibri"/>
                <a:cs typeface="Calibri"/>
              </a:rPr>
              <a:t> “wh</a:t>
            </a:r>
            <a:r>
              <a:rPr sz="2400" baseline="1736" dirty="0">
                <a:latin typeface="Calibri"/>
                <a:cs typeface="Calibri"/>
              </a:rPr>
              <a:t>y</a:t>
            </a:r>
            <a:r>
              <a:rPr sz="2400" spc="-15" baseline="1736" dirty="0">
                <a:latin typeface="Calibri"/>
                <a:cs typeface="Calibri"/>
              </a:rPr>
              <a:t> t</a:t>
            </a:r>
            <a:r>
              <a:rPr sz="2400" spc="-7" baseline="1736" dirty="0">
                <a:latin typeface="Calibri"/>
                <a:cs typeface="Calibri"/>
              </a:rPr>
              <a:t>h</a:t>
            </a:r>
            <a:r>
              <a:rPr sz="2400" spc="-832" baseline="1736" dirty="0">
                <a:latin typeface="Calibri"/>
                <a:cs typeface="Calibri"/>
              </a:rPr>
              <a:t>e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2</a:t>
            </a:r>
            <a:r>
              <a:rPr sz="1200" spc="-440" dirty="0">
                <a:solidFill>
                  <a:srgbClr val="333333"/>
                </a:solidFill>
                <a:latin typeface="Arial"/>
                <a:cs typeface="Arial"/>
              </a:rPr>
              <a:t>4</a:t>
            </a:r>
            <a:r>
              <a:rPr sz="2400" spc="-7" baseline="1736" dirty="0">
                <a:latin typeface="Calibri"/>
                <a:cs typeface="Calibri"/>
              </a:rPr>
              <a:t>f</a:t>
            </a:r>
            <a:r>
              <a:rPr sz="2400" baseline="1736" dirty="0">
                <a:latin typeface="Calibri"/>
                <a:cs typeface="Calibri"/>
              </a:rPr>
              <a:t>i</a:t>
            </a:r>
            <a:r>
              <a:rPr sz="2400" spc="-7" baseline="1736" dirty="0">
                <a:latin typeface="Calibri"/>
                <a:cs typeface="Calibri"/>
              </a:rPr>
              <a:t>gu</a:t>
            </a:r>
            <a:r>
              <a:rPr sz="2400" spc="-15" baseline="1736" dirty="0">
                <a:latin typeface="Calibri"/>
                <a:cs typeface="Calibri"/>
              </a:rPr>
              <a:t>r</a:t>
            </a:r>
            <a:r>
              <a:rPr sz="2400" spc="-30" baseline="1736" dirty="0">
                <a:latin typeface="Calibri"/>
                <a:cs typeface="Calibri"/>
              </a:rPr>
              <a:t>e</a:t>
            </a:r>
            <a:r>
              <a:rPr sz="2400" baseline="1736" dirty="0">
                <a:latin typeface="Calibri"/>
                <a:cs typeface="Calibri"/>
              </a:rPr>
              <a:t>s a</a:t>
            </a:r>
            <a:r>
              <a:rPr sz="2400" spc="-30" baseline="1736" dirty="0">
                <a:latin typeface="Calibri"/>
                <a:cs typeface="Calibri"/>
              </a:rPr>
              <a:t>r</a:t>
            </a:r>
            <a:r>
              <a:rPr sz="2400" spc="-15" baseline="1736" dirty="0">
                <a:latin typeface="Calibri"/>
                <a:cs typeface="Calibri"/>
              </a:rPr>
              <a:t>e </a:t>
            </a:r>
            <a:r>
              <a:rPr sz="2400" baseline="1736" dirty="0">
                <a:latin typeface="Calibri"/>
                <a:cs typeface="Calibri"/>
              </a:rPr>
              <a:t>as</a:t>
            </a:r>
            <a:r>
              <a:rPr sz="2400" spc="-15" baseline="1736" dirty="0">
                <a:latin typeface="Calibri"/>
                <a:cs typeface="Calibri"/>
              </a:rPr>
              <a:t> </a:t>
            </a:r>
            <a:r>
              <a:rPr sz="2400" baseline="1736" dirty="0">
                <a:latin typeface="Calibri"/>
                <a:cs typeface="Calibri"/>
              </a:rPr>
              <a:t>s</a:t>
            </a:r>
            <a:r>
              <a:rPr sz="2400" spc="-7" baseline="1736" dirty="0">
                <a:latin typeface="Calibri"/>
                <a:cs typeface="Calibri"/>
              </a:rPr>
              <a:t>u</a:t>
            </a:r>
            <a:r>
              <a:rPr sz="2400" spc="-15" baseline="1736" dirty="0">
                <a:latin typeface="Calibri"/>
                <a:cs typeface="Calibri"/>
              </a:rPr>
              <a:t>c</a:t>
            </a:r>
            <a:r>
              <a:rPr sz="2400" spc="-7" baseline="1736" dirty="0">
                <a:latin typeface="Calibri"/>
                <a:cs typeface="Calibri"/>
              </a:rPr>
              <a:t>h?</a:t>
            </a:r>
            <a:r>
              <a:rPr sz="2400" baseline="1736" dirty="0">
                <a:latin typeface="Calibri"/>
                <a:cs typeface="Calibri"/>
              </a:rPr>
              <a:t>”</a:t>
            </a: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8F7DF8FC-7099-4680-B12C-E099F42547AD}" type="datetime1">
              <a:rPr lang="en-US" smtClean="0"/>
              <a:t>5/24/26</a:t>
            </a:fld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  <p:bldP spid="15" grpId="0"/>
      <p:bldP spid="17" grpId="0"/>
      <p:bldP spid="18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35"/>
              <a:t>A</a:t>
            </a:r>
            <a:r>
              <a:t>n</a:t>
            </a:r>
            <a:r>
              <a:rPr spc="-10"/>
              <a:t> </a:t>
            </a:r>
            <a:r>
              <a:rPr spc="-30"/>
              <a:t>U</a:t>
            </a:r>
            <a:r>
              <a:rPr spc="-5"/>
              <a:t>n</a:t>
            </a:r>
            <a:r>
              <a:t>-</a:t>
            </a:r>
            <a:r>
              <a:rPr spc="-25"/>
              <a:t>copyr</a:t>
            </a:r>
            <a:r>
              <a:rPr spc="-5"/>
              <a:t>ighte</a:t>
            </a:r>
            <a:r>
              <a:t>d</a:t>
            </a:r>
            <a:r>
              <a:rPr spc="-15"/>
              <a:t> </a:t>
            </a:r>
            <a:r>
              <a:rPr spc="-5"/>
              <a:t>Guide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647126"/>
            <a:ext cx="12065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365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530" y="1674812"/>
            <a:ext cx="7546975" cy="614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948055" algn="l"/>
              </a:tabLst>
            </a:pPr>
            <a:r>
              <a:rPr sz="2100" dirty="0">
                <a:latin typeface="Calibri"/>
                <a:cs typeface="Calibri"/>
              </a:rPr>
              <a:t>W</a:t>
            </a:r>
            <a:r>
              <a:rPr sz="2100" spc="-10" dirty="0">
                <a:latin typeface="Calibri"/>
                <a:cs typeface="Calibri"/>
              </a:rPr>
              <a:t>ri</a:t>
            </a:r>
            <a:r>
              <a:rPr sz="2100" dirty="0">
                <a:latin typeface="Calibri"/>
                <a:cs typeface="Calibri"/>
              </a:rPr>
              <a:t>t</a:t>
            </a:r>
            <a:r>
              <a:rPr sz="2100" spc="-10" dirty="0">
                <a:latin typeface="Calibri"/>
                <a:cs typeface="Calibri"/>
              </a:rPr>
              <a:t>in</a:t>
            </a:r>
            <a:r>
              <a:rPr sz="2100" dirty="0">
                <a:latin typeface="Calibri"/>
                <a:cs typeface="Calibri"/>
              </a:rPr>
              <a:t>g	a 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P</a:t>
            </a:r>
            <a:r>
              <a:rPr sz="2100" spc="-10" dirty="0">
                <a:latin typeface="Calibri"/>
                <a:cs typeface="Calibri"/>
              </a:rPr>
              <a:t>h</a:t>
            </a:r>
            <a:r>
              <a:rPr sz="2100" dirty="0">
                <a:latin typeface="Calibri"/>
                <a:cs typeface="Calibri"/>
              </a:rPr>
              <a:t>D </a:t>
            </a:r>
            <a:r>
              <a:rPr sz="2100" spc="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di</a:t>
            </a:r>
            <a:r>
              <a:rPr sz="2100" dirty="0">
                <a:latin typeface="Calibri"/>
                <a:cs typeface="Calibri"/>
              </a:rPr>
              <a:t>ss</a:t>
            </a:r>
            <a:r>
              <a:rPr sz="2100" spc="-5" dirty="0">
                <a:latin typeface="Calibri"/>
                <a:cs typeface="Calibri"/>
              </a:rPr>
              <a:t>e</a:t>
            </a:r>
            <a:r>
              <a:rPr sz="2100" spc="-10" dirty="0">
                <a:latin typeface="Calibri"/>
                <a:cs typeface="Calibri"/>
              </a:rPr>
              <a:t>r</a:t>
            </a:r>
            <a:r>
              <a:rPr sz="2100" dirty="0">
                <a:latin typeface="Calibri"/>
                <a:cs typeface="Calibri"/>
              </a:rPr>
              <a:t>tat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5" dirty="0">
                <a:latin typeface="Calibri"/>
                <a:cs typeface="Calibri"/>
              </a:rPr>
              <a:t>o</a:t>
            </a:r>
            <a:r>
              <a:rPr sz="2100" dirty="0">
                <a:latin typeface="Calibri"/>
                <a:cs typeface="Calibri"/>
              </a:rPr>
              <a:t>n 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dirty="0">
                <a:latin typeface="Calibri"/>
                <a:cs typeface="Calibri"/>
              </a:rPr>
              <a:t>n 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 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x</a:t>
            </a:r>
            <a:r>
              <a:rPr sz="2100" spc="-10" dirty="0">
                <a:latin typeface="Calibri"/>
                <a:cs typeface="Calibri"/>
              </a:rPr>
              <a:t>p</a:t>
            </a:r>
            <a:r>
              <a:rPr sz="2100" spc="5" dirty="0">
                <a:latin typeface="Calibri"/>
                <a:cs typeface="Calibri"/>
              </a:rPr>
              <a:t>e</a:t>
            </a:r>
            <a:r>
              <a:rPr sz="2100" spc="-10" dirty="0">
                <a:latin typeface="Calibri"/>
                <a:cs typeface="Calibri"/>
              </a:rPr>
              <a:t>ri</a:t>
            </a:r>
            <a:r>
              <a:rPr sz="2100" dirty="0">
                <a:latin typeface="Calibri"/>
                <a:cs typeface="Calibri"/>
              </a:rPr>
              <a:t>m</a:t>
            </a:r>
            <a:r>
              <a:rPr sz="2100" spc="5" dirty="0">
                <a:latin typeface="Calibri"/>
                <a:cs typeface="Calibri"/>
              </a:rPr>
              <a:t>e</a:t>
            </a:r>
            <a:r>
              <a:rPr sz="2100" spc="-10" dirty="0">
                <a:latin typeface="Calibri"/>
                <a:cs typeface="Calibri"/>
              </a:rPr>
              <a:t>n</a:t>
            </a:r>
            <a:r>
              <a:rPr sz="2100" dirty="0">
                <a:latin typeface="Calibri"/>
                <a:cs typeface="Calibri"/>
              </a:rPr>
              <a:t>tal 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10" dirty="0">
                <a:latin typeface="Calibri"/>
                <a:cs typeface="Calibri"/>
              </a:rPr>
              <a:t>r</a:t>
            </a:r>
            <a:r>
              <a:rPr sz="2100" spc="5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</a:t>
            </a:r>
            <a:r>
              <a:rPr sz="2100" dirty="0">
                <a:latin typeface="Calibri"/>
                <a:cs typeface="Calibri"/>
              </a:rPr>
              <a:t>f 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</a:t>
            </a:r>
            <a:r>
              <a:rPr sz="2100" spc="-5" dirty="0">
                <a:latin typeface="Calibri"/>
                <a:cs typeface="Calibri"/>
              </a:rPr>
              <a:t>o</a:t>
            </a:r>
            <a:r>
              <a:rPr sz="2100" spc="10" dirty="0">
                <a:latin typeface="Calibri"/>
                <a:cs typeface="Calibri"/>
              </a:rPr>
              <a:t>m</a:t>
            </a:r>
            <a:r>
              <a:rPr sz="2100" spc="-10" dirty="0">
                <a:latin typeface="Calibri"/>
                <a:cs typeface="Calibri"/>
              </a:rPr>
              <a:t>p</a:t>
            </a:r>
            <a:r>
              <a:rPr sz="2100" spc="-5" dirty="0">
                <a:latin typeface="Calibri"/>
                <a:cs typeface="Calibri"/>
              </a:rPr>
              <a:t>u</a:t>
            </a:r>
            <a:r>
              <a:rPr sz="2100" spc="-10" dirty="0">
                <a:latin typeface="Calibri"/>
                <a:cs typeface="Calibri"/>
              </a:rPr>
              <a:t>t</a:t>
            </a:r>
            <a:r>
              <a:rPr sz="2100" spc="5" dirty="0">
                <a:latin typeface="Calibri"/>
                <a:cs typeface="Calibri"/>
              </a:rPr>
              <a:t>e</a:t>
            </a:r>
            <a:r>
              <a:rPr sz="2100" dirty="0">
                <a:latin typeface="Calibri"/>
                <a:cs typeface="Calibri"/>
              </a:rPr>
              <a:t>r </a:t>
            </a:r>
            <a:r>
              <a:rPr sz="2100" spc="-5" dirty="0">
                <a:latin typeface="Calibri"/>
                <a:cs typeface="Calibri"/>
              </a:rPr>
              <a:t>Sc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-5" dirty="0">
                <a:latin typeface="Calibri"/>
                <a:cs typeface="Calibri"/>
              </a:rPr>
              <a:t>en</a:t>
            </a:r>
            <a:r>
              <a:rPr sz="2100" spc="-15" dirty="0">
                <a:latin typeface="Calibri"/>
                <a:cs typeface="Calibri"/>
              </a:rPr>
              <a:t>c</a:t>
            </a:r>
            <a:r>
              <a:rPr sz="2100" dirty="0">
                <a:latin typeface="Calibri"/>
                <a:cs typeface="Calibri"/>
              </a:rPr>
              <a:t>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</a:t>
            </a:r>
            <a:r>
              <a:rPr sz="2100" spc="5" dirty="0">
                <a:latin typeface="Calibri"/>
                <a:cs typeface="Calibri"/>
              </a:rPr>
              <a:t>o</a:t>
            </a:r>
            <a:r>
              <a:rPr sz="2100" spc="-10" dirty="0">
                <a:latin typeface="Calibri"/>
                <a:cs typeface="Calibri"/>
              </a:rPr>
              <a:t>ul</a:t>
            </a:r>
            <a:r>
              <a:rPr sz="2100" dirty="0">
                <a:latin typeface="Calibri"/>
                <a:cs typeface="Calibri"/>
              </a:rPr>
              <a:t>d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</a:t>
            </a:r>
            <a:r>
              <a:rPr sz="2100" dirty="0">
                <a:latin typeface="Calibri"/>
                <a:cs typeface="Calibri"/>
              </a:rPr>
              <a:t>e </a:t>
            </a:r>
            <a:r>
              <a:rPr sz="2100" spc="-5" dirty="0">
                <a:latin typeface="Calibri"/>
                <a:cs typeface="Calibri"/>
              </a:rPr>
              <a:t>d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-5" dirty="0">
                <a:latin typeface="Calibri"/>
                <a:cs typeface="Calibri"/>
              </a:rPr>
              <a:t>f</a:t>
            </a:r>
            <a:r>
              <a:rPr sz="2100" dirty="0">
                <a:latin typeface="Calibri"/>
                <a:cs typeface="Calibri"/>
              </a:rPr>
              <a:t>f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-5" dirty="0">
                <a:latin typeface="Calibri"/>
                <a:cs typeface="Calibri"/>
              </a:rPr>
              <a:t>cu</a:t>
            </a:r>
            <a:r>
              <a:rPr sz="2100" spc="-15" dirty="0">
                <a:latin typeface="Calibri"/>
                <a:cs typeface="Calibri"/>
              </a:rPr>
              <a:t>l</a:t>
            </a:r>
            <a:r>
              <a:rPr sz="2100" dirty="0">
                <a:latin typeface="Calibri"/>
                <a:cs typeface="Calibri"/>
              </a:rPr>
              <a:t>t!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2514536"/>
            <a:ext cx="12065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365" dirty="0">
                <a:latin typeface="Trebuchet MS"/>
                <a:cs typeface="Trebuchet MS"/>
              </a:rPr>
              <a:t>•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8530" y="2542222"/>
            <a:ext cx="192151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/>
                <a:cs typeface="Calibri"/>
              </a:rPr>
              <a:t>P</a:t>
            </a:r>
            <a:r>
              <a:rPr sz="2100" spc="-10" dirty="0">
                <a:latin typeface="Calibri"/>
                <a:cs typeface="Calibri"/>
              </a:rPr>
              <a:t>rin</a:t>
            </a:r>
            <a:r>
              <a:rPr sz="2100" spc="-5" dirty="0">
                <a:latin typeface="Calibri"/>
                <a:cs typeface="Calibri"/>
              </a:rPr>
              <a:t>c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-5" dirty="0">
                <a:latin typeface="Calibri"/>
                <a:cs typeface="Calibri"/>
              </a:rPr>
              <a:t>p</a:t>
            </a:r>
            <a:r>
              <a:rPr sz="2100" spc="-15" dirty="0">
                <a:latin typeface="Calibri"/>
                <a:cs typeface="Calibri"/>
              </a:rPr>
              <a:t>a</a:t>
            </a:r>
            <a:r>
              <a:rPr sz="2100" dirty="0">
                <a:latin typeface="Calibri"/>
                <a:cs typeface="Calibri"/>
              </a:rPr>
              <a:t>l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</a:t>
            </a:r>
            <a:r>
              <a:rPr sz="2100" spc="-10" dirty="0">
                <a:latin typeface="Calibri"/>
                <a:cs typeface="Calibri"/>
              </a:rPr>
              <a:t>d</a:t>
            </a:r>
            <a:r>
              <a:rPr sz="2100" spc="5" dirty="0">
                <a:latin typeface="Calibri"/>
                <a:cs typeface="Calibri"/>
              </a:rPr>
              <a:t>v</a:t>
            </a:r>
            <a:r>
              <a:rPr sz="2100" spc="-10" dirty="0">
                <a:latin typeface="Calibri"/>
                <a:cs typeface="Calibri"/>
              </a:rPr>
              <a:t>i</a:t>
            </a:r>
            <a:r>
              <a:rPr sz="2100" spc="-5" dirty="0">
                <a:latin typeface="Calibri"/>
                <a:cs typeface="Calibri"/>
              </a:rPr>
              <a:t>c</a:t>
            </a:r>
            <a:r>
              <a:rPr sz="2100" spc="5" dirty="0">
                <a:latin typeface="Calibri"/>
                <a:cs typeface="Calibri"/>
              </a:rPr>
              <a:t>e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9480" y="2928489"/>
            <a:ext cx="128270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75" dirty="0">
                <a:latin typeface="Calibri"/>
                <a:cs typeface="Calibri"/>
              </a:rPr>
              <a:t>–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450" spc="75" dirty="0">
                <a:latin typeface="Calibri"/>
                <a:cs typeface="Calibri"/>
              </a:rPr>
              <a:t>–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669" y="2925127"/>
            <a:ext cx="7187565" cy="346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1900" spc="10" dirty="0">
                <a:latin typeface="Calibri"/>
                <a:cs typeface="Calibri"/>
              </a:rPr>
              <a:t>1. 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10" dirty="0">
                <a:latin typeface="Calibri"/>
                <a:cs typeface="Calibri"/>
              </a:rPr>
              <a:t>p</a:t>
            </a:r>
            <a:r>
              <a:rPr sz="1900" spc="5" dirty="0">
                <a:latin typeface="Calibri"/>
                <a:cs typeface="Calibri"/>
              </a:rPr>
              <a:t>oth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spc="5" dirty="0">
                <a:latin typeface="Calibri"/>
                <a:cs typeface="Calibri"/>
              </a:rPr>
              <a:t>j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tu</a:t>
            </a:r>
            <a:r>
              <a:rPr sz="1900" dirty="0">
                <a:latin typeface="Calibri"/>
                <a:cs typeface="Calibri"/>
              </a:rPr>
              <a:t>re.</a:t>
            </a:r>
          </a:p>
          <a:p>
            <a:pPr marL="12700" marR="6350" algn="just">
              <a:lnSpc>
                <a:spcPct val="101800"/>
              </a:lnSpc>
              <a:spcBef>
                <a:spcPts val="525"/>
              </a:spcBef>
            </a:pPr>
            <a:r>
              <a:rPr lang="en-US" sz="1900" spc="10" dirty="0">
                <a:latin typeface="Calibri"/>
                <a:cs typeface="Calibri"/>
              </a:rPr>
              <a:t>2. </a:t>
            </a:r>
            <a:r>
              <a:rPr sz="1900" spc="10" dirty="0">
                <a:latin typeface="Calibri"/>
                <a:cs typeface="Calibri"/>
              </a:rPr>
              <a:t>A PhD </a:t>
            </a:r>
            <a:r>
              <a:rPr sz="1900" spc="5" dirty="0">
                <a:latin typeface="Calibri"/>
                <a:cs typeface="Calibri"/>
              </a:rPr>
              <a:t>di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er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io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</a:t>
            </a:r>
            <a:r>
              <a:rPr sz="1900" spc="5" dirty="0">
                <a:latin typeface="Calibri"/>
                <a:cs typeface="Calibri"/>
              </a:rPr>
              <a:t>ngthy,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spc="5" dirty="0">
                <a:latin typeface="Calibri"/>
                <a:cs typeface="Calibri"/>
              </a:rPr>
              <a:t>al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</a:t>
            </a:r>
            <a:r>
              <a:rPr sz="1900" spc="15" dirty="0">
                <a:latin typeface="Calibri"/>
                <a:cs typeface="Calibri"/>
              </a:rPr>
              <a:t>g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efe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pa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cu</a:t>
            </a:r>
            <a:r>
              <a:rPr sz="1900" dirty="0">
                <a:latin typeface="Calibri"/>
                <a:cs typeface="Calibri"/>
              </a:rPr>
              <a:t>la</a:t>
            </a:r>
            <a:r>
              <a:rPr sz="1900" spc="5" dirty="0">
                <a:latin typeface="Calibri"/>
                <a:cs typeface="Calibri"/>
              </a:rPr>
              <a:t>r th</a:t>
            </a:r>
            <a:r>
              <a:rPr sz="1900" dirty="0">
                <a:latin typeface="Calibri"/>
                <a:cs typeface="Calibri"/>
              </a:rPr>
              <a:t>esis.</a:t>
            </a:r>
          </a:p>
          <a:p>
            <a:pPr marL="12700" marR="5080" algn="just">
              <a:lnSpc>
                <a:spcPct val="101800"/>
              </a:lnSpc>
              <a:spcBef>
                <a:spcPts val="515"/>
              </a:spcBef>
            </a:pPr>
            <a:r>
              <a:rPr lang="en-US" sz="1900" spc="10" dirty="0">
                <a:latin typeface="Calibri"/>
                <a:cs typeface="Calibri"/>
              </a:rPr>
              <a:t>3. </a:t>
            </a:r>
            <a:r>
              <a:rPr sz="1900" spc="10" dirty="0">
                <a:latin typeface="Calibri"/>
                <a:cs typeface="Calibri"/>
              </a:rPr>
              <a:t>A 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oc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or</a:t>
            </a:r>
            <a:r>
              <a:rPr sz="1900" dirty="0">
                <a:latin typeface="Calibri"/>
                <a:cs typeface="Calibri"/>
              </a:rPr>
              <a:t>al 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ear</a:t>
            </a:r>
            <a:r>
              <a:rPr sz="1900" spc="5" dirty="0">
                <a:latin typeface="Calibri"/>
                <a:cs typeface="Calibri"/>
              </a:rPr>
              <a:t>ch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work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“</a:t>
            </a:r>
            <a:r>
              <a:rPr sz="1900" spc="5" dirty="0">
                <a:latin typeface="Calibri"/>
                <a:cs typeface="Calibri"/>
              </a:rPr>
              <a:t>or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gina</a:t>
            </a:r>
            <a:r>
              <a:rPr sz="1900" spc="-5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”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“</a:t>
            </a:r>
            <a:r>
              <a:rPr sz="1900" spc="5" dirty="0">
                <a:latin typeface="Calibri"/>
                <a:cs typeface="Calibri"/>
              </a:rPr>
              <a:t>subs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ant</a:t>
            </a:r>
            <a:r>
              <a:rPr sz="1900" dirty="0">
                <a:latin typeface="Calibri"/>
                <a:cs typeface="Calibri"/>
              </a:rPr>
              <a:t>ia</a:t>
            </a:r>
            <a:r>
              <a:rPr sz="1900" spc="5" dirty="0">
                <a:latin typeface="Calibri"/>
                <a:cs typeface="Calibri"/>
              </a:rPr>
              <a:t>l.”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rese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ch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p</a:t>
            </a:r>
            <a:r>
              <a:rPr sz="1900" dirty="0">
                <a:latin typeface="Calibri"/>
                <a:cs typeface="Calibri"/>
              </a:rPr>
              <a:t>erfor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to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10" dirty="0">
                <a:latin typeface="Calibri"/>
                <a:cs typeface="Calibri"/>
              </a:rPr>
              <a:t>upp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9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0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</a:t>
            </a:r>
            <a:r>
              <a:rPr sz="1900" spc="5" dirty="0">
                <a:latin typeface="Calibri"/>
                <a:cs typeface="Calibri"/>
              </a:rPr>
              <a:t>ust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be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9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b</a:t>
            </a:r>
            <a:r>
              <a:rPr sz="1900" spc="5" dirty="0">
                <a:latin typeface="Calibri"/>
                <a:cs typeface="Calibri"/>
              </a:rPr>
              <a:t>oth,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nd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 d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se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at</a:t>
            </a:r>
            <a:r>
              <a:rPr sz="1900" dirty="0">
                <a:latin typeface="Calibri"/>
                <a:cs typeface="Calibri"/>
              </a:rPr>
              <a:t>io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sh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10" dirty="0">
                <a:latin typeface="Calibri"/>
                <a:cs typeface="Calibri"/>
              </a:rPr>
              <a:t>w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14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14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so</a:t>
            </a:r>
            <a:r>
              <a:rPr sz="1900" dirty="0">
                <a:latin typeface="Calibri"/>
                <a:cs typeface="Calibri"/>
              </a:rPr>
              <a:t>. 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In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p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ul</a:t>
            </a:r>
            <a:r>
              <a:rPr sz="1900" dirty="0">
                <a:latin typeface="Calibri"/>
                <a:cs typeface="Calibri"/>
              </a:rPr>
              <a:t>ar, </a:t>
            </a:r>
            <a:r>
              <a:rPr sz="1900" spc="-114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ss</a:t>
            </a:r>
            <a:r>
              <a:rPr sz="1900" dirty="0">
                <a:latin typeface="Calibri"/>
                <a:cs typeface="Calibri"/>
              </a:rPr>
              <a:t>er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io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spc="10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t h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ghl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ght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or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gin</a:t>
            </a:r>
            <a:r>
              <a:rPr sz="1900" dirty="0">
                <a:latin typeface="Calibri"/>
                <a:cs typeface="Calibri"/>
              </a:rPr>
              <a:t>al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ont</a:t>
            </a:r>
            <a:r>
              <a:rPr sz="1900" dirty="0">
                <a:latin typeface="Calibri"/>
                <a:cs typeface="Calibri"/>
              </a:rPr>
              <a:t>ri</a:t>
            </a:r>
            <a:r>
              <a:rPr sz="1900" spc="5" dirty="0">
                <a:latin typeface="Calibri"/>
                <a:cs typeface="Calibri"/>
              </a:rPr>
              <a:t>butio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s.</a:t>
            </a:r>
          </a:p>
          <a:p>
            <a:pPr marL="12700" marR="5080" algn="just">
              <a:lnSpc>
                <a:spcPct val="101800"/>
              </a:lnSpc>
              <a:spcBef>
                <a:spcPts val="515"/>
              </a:spcBef>
            </a:pPr>
            <a:r>
              <a:rPr lang="en-US" sz="1900" spc="-5" dirty="0">
                <a:latin typeface="Calibri"/>
                <a:cs typeface="Calibri"/>
              </a:rPr>
              <a:t>4. 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ci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nti</a:t>
            </a:r>
            <a:r>
              <a:rPr sz="1900" spc="-5" dirty="0">
                <a:latin typeface="Calibri"/>
                <a:cs typeface="Calibri"/>
              </a:rPr>
              <a:t>f</a:t>
            </a:r>
            <a:r>
              <a:rPr sz="1900" spc="5" dirty="0">
                <a:latin typeface="Calibri"/>
                <a:cs typeface="Calibri"/>
              </a:rPr>
              <a:t>ic</a:t>
            </a:r>
            <a:r>
              <a:rPr sz="1900" spc="11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tho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spc="11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ea</a:t>
            </a:r>
            <a:r>
              <a:rPr sz="1900" spc="5" dirty="0">
                <a:latin typeface="Calibri"/>
                <a:cs typeface="Calibri"/>
              </a:rPr>
              <a:t>ns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ar</a:t>
            </a:r>
            <a:r>
              <a:rPr sz="1900" spc="5" dirty="0">
                <a:latin typeface="Calibri"/>
                <a:cs typeface="Calibri"/>
              </a:rPr>
              <a:t>ting</a:t>
            </a:r>
            <a:r>
              <a:rPr sz="1900" spc="10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with</a:t>
            </a:r>
            <a:r>
              <a:rPr sz="1900" spc="1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11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20" dirty="0">
                <a:latin typeface="Calibri"/>
                <a:cs typeface="Calibri"/>
              </a:rPr>
              <a:t>p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1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20" dirty="0">
                <a:latin typeface="Calibri"/>
                <a:cs typeface="Calibri"/>
              </a:rPr>
              <a:t>n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spc="1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lle</a:t>
            </a:r>
            <a:r>
              <a:rPr sz="1900" spc="5" dirty="0">
                <a:latin typeface="Calibri"/>
                <a:cs typeface="Calibri"/>
              </a:rPr>
              <a:t>ct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ng</a:t>
            </a:r>
            <a:r>
              <a:rPr sz="1900" dirty="0">
                <a:latin typeface="Calibri"/>
                <a:cs typeface="Calibri"/>
              </a:rPr>
              <a:t> ev</a:t>
            </a:r>
            <a:r>
              <a:rPr sz="1900" spc="5" dirty="0">
                <a:latin typeface="Calibri"/>
                <a:cs typeface="Calibri"/>
              </a:rPr>
              <a:t>id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to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10" dirty="0">
                <a:latin typeface="Calibri"/>
                <a:cs typeface="Calibri"/>
              </a:rPr>
              <a:t>upp</a:t>
            </a:r>
            <a:r>
              <a:rPr sz="1900" spc="5" dirty="0">
                <a:latin typeface="Calibri"/>
                <a:cs typeface="Calibri"/>
              </a:rPr>
              <a:t>ort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7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or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t.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7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spc="5" dirty="0">
                <a:latin typeface="Calibri"/>
                <a:cs typeface="Calibri"/>
              </a:rPr>
              <a:t>ost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5" dirty="0">
                <a:latin typeface="Calibri"/>
                <a:cs typeface="Calibri"/>
              </a:rPr>
              <a:t>f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ult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pe</a:t>
            </a:r>
            <a:r>
              <a:rPr sz="1900" spc="5" dirty="0">
                <a:latin typeface="Calibri"/>
                <a:cs typeface="Calibri"/>
              </a:rPr>
              <a:t>ct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</a:t>
            </a:r>
            <a:r>
              <a:rPr sz="1900" spc="5" dirty="0">
                <a:latin typeface="Calibri"/>
                <a:cs typeface="Calibri"/>
              </a:rPr>
              <a:t>it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ng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6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 d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se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at</a:t>
            </a:r>
            <a:r>
              <a:rPr sz="1900" dirty="0">
                <a:latin typeface="Calibri"/>
                <a:cs typeface="Calibri"/>
              </a:rPr>
              <a:t>io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co</a:t>
            </a:r>
            <a:r>
              <a:rPr sz="1900" spc="10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sis</a:t>
            </a:r>
            <a:r>
              <a:rPr sz="1900" spc="5" dirty="0">
                <a:latin typeface="Calibri"/>
                <a:cs typeface="Calibri"/>
              </a:rPr>
              <a:t>ts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5" dirty="0">
                <a:latin typeface="Calibri"/>
                <a:cs typeface="Calibri"/>
              </a:rPr>
              <a:t>gan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z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ng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9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ev</a:t>
            </a:r>
            <a:r>
              <a:rPr sz="1900" spc="5" dirty="0">
                <a:latin typeface="Calibri"/>
                <a:cs typeface="Calibri"/>
              </a:rPr>
              <a:t>id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20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20" dirty="0">
                <a:latin typeface="Calibri"/>
                <a:cs typeface="Calibri"/>
              </a:rPr>
              <a:t>n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  </a:t>
            </a:r>
            <a:r>
              <a:rPr sz="1900" spc="17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as</a:t>
            </a:r>
            <a:r>
              <a:rPr sz="1900" dirty="0">
                <a:latin typeface="Calibri"/>
                <a:cs typeface="Calibri"/>
              </a:rPr>
              <a:t>so</a:t>
            </a:r>
            <a:r>
              <a:rPr sz="1900" spc="5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ed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us</a:t>
            </a:r>
            <a:r>
              <a:rPr sz="1900" dirty="0">
                <a:latin typeface="Calibri"/>
                <a:cs typeface="Calibri"/>
              </a:rPr>
              <a:t>si</a:t>
            </a:r>
            <a:r>
              <a:rPr sz="1900" spc="5" dirty="0">
                <a:latin typeface="Calibri"/>
                <a:cs typeface="Calibri"/>
              </a:rPr>
              <a:t>ons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nto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o</a:t>
            </a:r>
            <a:r>
              <a:rPr sz="1900" spc="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nt</a:t>
            </a:r>
            <a:r>
              <a:rPr sz="1900" dirty="0">
                <a:latin typeface="Calibri"/>
                <a:cs typeface="Calibri"/>
              </a:rPr>
              <a:t> for</a:t>
            </a:r>
            <a:r>
              <a:rPr sz="1900" spc="2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9480" y="3945759"/>
            <a:ext cx="12827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75" dirty="0">
                <a:latin typeface="Calibri"/>
                <a:cs typeface="Calibri"/>
              </a:rPr>
              <a:t>–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9480" y="5190359"/>
            <a:ext cx="12827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75" dirty="0">
                <a:latin typeface="Calibri"/>
                <a:cs typeface="Calibri"/>
              </a:rPr>
              <a:t>–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FB364D9-A420-4258-A2B7-F55495FE29DE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0739" y="-136640"/>
            <a:ext cx="7426960" cy="1476045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/>
            <a:r>
              <a:rPr spc="-35" dirty="0"/>
              <a:t>A</a:t>
            </a:r>
            <a:r>
              <a:rPr spc="-5" dirty="0"/>
              <a:t>d</a:t>
            </a:r>
            <a:r>
              <a:rPr spc="-10" dirty="0"/>
              <a:t>v</a:t>
            </a:r>
            <a:r>
              <a:rPr spc="-5" dirty="0"/>
              <a:t>ice</a:t>
            </a:r>
            <a:r>
              <a:rPr dirty="0"/>
              <a:t>s</a:t>
            </a:r>
            <a:r>
              <a:rPr spc="-15" dirty="0"/>
              <a:t> </a:t>
            </a:r>
            <a:r>
              <a:rPr spc="-10" dirty="0"/>
              <a:t>t</a:t>
            </a:r>
            <a:r>
              <a:rPr dirty="0"/>
              <a:t>o</a:t>
            </a:r>
            <a:r>
              <a:rPr spc="5" dirty="0"/>
              <a:t> </a:t>
            </a:r>
            <a:r>
              <a:rPr lang="vi-VN" spc="-35" dirty="0"/>
              <a:t>Students</a:t>
            </a:r>
            <a:br>
              <a:rPr lang="en-US" spc="-5" dirty="0"/>
            </a:br>
            <a:r>
              <a:rPr lang="en-US" sz="3600" spc="-5" dirty="0"/>
              <a:t>(P</a:t>
            </a:r>
            <a:r>
              <a:rPr lang="en-US" sz="3600" spc="-10" dirty="0"/>
              <a:t>rin</a:t>
            </a:r>
            <a:r>
              <a:rPr lang="en-US" sz="3600" spc="-5" dirty="0"/>
              <a:t>c</a:t>
            </a:r>
            <a:r>
              <a:rPr lang="en-US" sz="3600" spc="-10" dirty="0"/>
              <a:t>i</a:t>
            </a:r>
            <a:r>
              <a:rPr lang="en-US" sz="3600" spc="-5" dirty="0"/>
              <a:t>p</a:t>
            </a:r>
            <a:r>
              <a:rPr lang="en-US" sz="3600" spc="-15" dirty="0"/>
              <a:t>a</a:t>
            </a:r>
            <a:r>
              <a:rPr lang="en-US" sz="3600" dirty="0"/>
              <a:t>l</a:t>
            </a:r>
            <a:r>
              <a:rPr lang="en-US" sz="3600" spc="5" dirty="0"/>
              <a:t> </a:t>
            </a:r>
            <a:r>
              <a:rPr lang="en-US" sz="3600" spc="-5" dirty="0"/>
              <a:t>A</a:t>
            </a:r>
            <a:r>
              <a:rPr lang="en-US" sz="3600" spc="-10" dirty="0"/>
              <a:t>d</a:t>
            </a:r>
            <a:r>
              <a:rPr lang="en-US" sz="3600" spc="5" dirty="0"/>
              <a:t>v</a:t>
            </a:r>
            <a:r>
              <a:rPr lang="en-US" sz="3600" spc="-10" dirty="0"/>
              <a:t>i</a:t>
            </a:r>
            <a:r>
              <a:rPr lang="en-US" sz="3600" spc="-5" dirty="0"/>
              <a:t>c</a:t>
            </a:r>
            <a:r>
              <a:rPr lang="en-US" sz="3600" spc="5" dirty="0"/>
              <a:t>e</a:t>
            </a:r>
            <a:r>
              <a:rPr lang="en-US" sz="3600" spc="-5" dirty="0"/>
              <a:t>s</a:t>
            </a:r>
            <a:r>
              <a:rPr lang="en-US" sz="3600" dirty="0"/>
              <a:t> – cont.</a:t>
            </a:r>
            <a:r>
              <a:rPr lang="en-US" sz="3600" spc="-5" dirty="0"/>
              <a:t>)</a:t>
            </a:r>
            <a:endParaRPr sz="3600"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26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5290" marR="6985" indent="-402590" algn="just">
              <a:lnSpc>
                <a:spcPts val="1900"/>
              </a:lnSpc>
              <a:buClr>
                <a:srgbClr val="FFFFFF"/>
              </a:buClr>
              <a:buFont typeface="Calibri"/>
              <a:buAutoNum type="arabicPeriod" startAt="5"/>
              <a:tabLst>
                <a:tab pos="415290" algn="l"/>
              </a:tabLst>
            </a:pPr>
            <a:r>
              <a:rPr sz="1750">
                <a:solidFill>
                  <a:srgbClr val="000000"/>
                </a:solidFill>
              </a:rPr>
              <a:t>T</a:t>
            </a:r>
            <a:r>
              <a:rPr sz="1750" spc="-5">
                <a:solidFill>
                  <a:srgbClr val="000000"/>
                </a:solidFill>
              </a:rPr>
              <a:t>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3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nc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3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f</a:t>
            </a:r>
            <a:r>
              <a:rPr sz="1750" spc="3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</a:t>
            </a:r>
            <a:r>
              <a:rPr sz="1750" spc="2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di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 spc="-15">
                <a:solidFill>
                  <a:srgbClr val="000000"/>
                </a:solidFill>
              </a:rPr>
              <a:t>a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2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is</a:t>
            </a:r>
            <a:r>
              <a:rPr sz="1750" spc="3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ti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35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hi</a:t>
            </a:r>
            <a:r>
              <a:rPr sz="1750" spc="-5">
                <a:solidFill>
                  <a:srgbClr val="000000"/>
                </a:solidFill>
              </a:rPr>
              <a:t>nk</a:t>
            </a:r>
            <a:r>
              <a:rPr sz="1750">
                <a:solidFill>
                  <a:srgbClr val="000000"/>
                </a:solidFill>
              </a:rPr>
              <a:t>in</a:t>
            </a:r>
            <a:r>
              <a:rPr sz="1750" spc="-10">
                <a:solidFill>
                  <a:srgbClr val="000000"/>
                </a:solidFill>
              </a:rPr>
              <a:t>g</a:t>
            </a:r>
            <a:r>
              <a:rPr sz="1750">
                <a:solidFill>
                  <a:srgbClr val="000000"/>
                </a:solidFill>
              </a:rPr>
              <a:t>,</a:t>
            </a:r>
            <a:r>
              <a:rPr sz="1750" spc="4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t</a:t>
            </a:r>
            <a:r>
              <a:rPr sz="1750" spc="30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5">
                <a:solidFill>
                  <a:srgbClr val="000000"/>
                </a:solidFill>
              </a:rPr>
              <a:t>x</a:t>
            </a:r>
            <a:r>
              <a:rPr sz="1750" spc="-5">
                <a:solidFill>
                  <a:srgbClr val="000000"/>
                </a:solidFill>
              </a:rPr>
              <a:t>p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nta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3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 spc="5">
                <a:solidFill>
                  <a:srgbClr val="000000"/>
                </a:solidFill>
              </a:rPr>
              <a:t>a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.</a:t>
            </a:r>
            <a:r>
              <a:rPr sz="1750" spc="3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</a:t>
            </a:r>
            <a:r>
              <a:rPr sz="1750" spc="-5">
                <a:solidFill>
                  <a:srgbClr val="000000"/>
                </a:solidFill>
              </a:rPr>
              <a:t>na</a:t>
            </a:r>
            <a:r>
              <a:rPr sz="1750">
                <a:solidFill>
                  <a:srgbClr val="000000"/>
                </a:solidFill>
              </a:rPr>
              <a:t>ly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is</a:t>
            </a:r>
            <a:r>
              <a:rPr sz="1750" spc="3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nd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y</a:t>
            </a:r>
            <a:r>
              <a:rPr sz="1750" spc="-5">
                <a:solidFill>
                  <a:srgbClr val="000000"/>
                </a:solidFill>
              </a:rPr>
              <a:t>nth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is</a:t>
            </a:r>
            <a:r>
              <a:rPr sz="1750" spc="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f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m</a:t>
            </a:r>
            <a:r>
              <a:rPr sz="1750" spc="-5">
                <a:solidFill>
                  <a:srgbClr val="000000"/>
                </a:solidFill>
              </a:rPr>
              <a:t> th</a:t>
            </a:r>
            <a:r>
              <a:rPr sz="1750">
                <a:solidFill>
                  <a:srgbClr val="000000"/>
                </a:solidFill>
              </a:rPr>
              <a:t>e </a:t>
            </a:r>
            <a:r>
              <a:rPr sz="1750" spc="-5">
                <a:solidFill>
                  <a:srgbClr val="000000"/>
                </a:solidFill>
              </a:rPr>
              <a:t>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ar</a:t>
            </a:r>
            <a:r>
              <a:rPr sz="1750">
                <a:solidFill>
                  <a:srgbClr val="000000"/>
                </a:solidFill>
              </a:rPr>
              <a:t>t</a:t>
            </a:r>
            <a:r>
              <a:rPr sz="1750" spc="-10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f</a:t>
            </a:r>
            <a:r>
              <a:rPr sz="1750" spc="-5">
                <a:solidFill>
                  <a:srgbClr val="000000"/>
                </a:solidFill>
              </a:rPr>
              <a:t> t</a:t>
            </a:r>
            <a:r>
              <a:rPr sz="1750">
                <a:solidFill>
                  <a:srgbClr val="000000"/>
                </a:solidFill>
              </a:rPr>
              <a:t>he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w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rk.</a:t>
            </a:r>
            <a:endParaRPr sz="1750"/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Calibri"/>
              <a:buAutoNum type="arabicPeriod" startAt="5"/>
            </a:pPr>
            <a:endParaRPr sz="1500">
              <a:latin typeface="Times New Roman"/>
              <a:cs typeface="Times New Roman"/>
            </a:endParaRPr>
          </a:p>
          <a:p>
            <a:pPr marL="415290" marR="5715" indent="-402590" algn="just">
              <a:lnSpc>
                <a:spcPts val="1900"/>
              </a:lnSpc>
              <a:buClr>
                <a:srgbClr val="FFFFFF"/>
              </a:buClr>
              <a:buFont typeface="Calibri"/>
              <a:buAutoNum type="arabicPeriod" startAt="5"/>
              <a:tabLst>
                <a:tab pos="415290" algn="l"/>
              </a:tabLst>
            </a:pP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2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rtati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-3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ntrat</a:t>
            </a:r>
            <a:r>
              <a:rPr sz="1750">
                <a:solidFill>
                  <a:srgbClr val="000000"/>
                </a:solidFill>
              </a:rPr>
              <a:t>es </a:t>
            </a:r>
            <a:r>
              <a:rPr sz="1750" spc="-25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-3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p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p</a:t>
            </a:r>
            <a:r>
              <a:rPr sz="1750">
                <a:solidFill>
                  <a:srgbClr val="000000"/>
                </a:solidFill>
              </a:rPr>
              <a:t>le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: </a:t>
            </a:r>
            <a:r>
              <a:rPr sz="1750" spc="-2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it </a:t>
            </a:r>
            <a:r>
              <a:rPr sz="1750" spc="-35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 spc="5">
                <a:solidFill>
                  <a:srgbClr val="000000"/>
                </a:solidFill>
              </a:rPr>
              <a:t>a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es </a:t>
            </a:r>
            <a:r>
              <a:rPr sz="1750" spc="-2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he </a:t>
            </a:r>
            <a:r>
              <a:rPr sz="1750" spc="-3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l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s </a:t>
            </a:r>
            <a:r>
              <a:rPr sz="1750" spc="-1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ar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d, </a:t>
            </a:r>
            <a:r>
              <a:rPr sz="1750" spc="-2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an</a:t>
            </a:r>
            <a:r>
              <a:rPr sz="1750">
                <a:solidFill>
                  <a:srgbClr val="000000"/>
                </a:solidFill>
              </a:rPr>
              <a:t>d </a:t>
            </a:r>
            <a:r>
              <a:rPr sz="1750" spc="-3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ot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ly</a:t>
            </a:r>
            <a:r>
              <a:rPr sz="1750" spc="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th</a:t>
            </a:r>
            <a:r>
              <a:rPr sz="1750">
                <a:solidFill>
                  <a:srgbClr val="000000"/>
                </a:solidFill>
              </a:rPr>
              <a:t>e f</a:t>
            </a:r>
            <a:r>
              <a:rPr sz="1750" spc="-5">
                <a:solidFill>
                  <a:srgbClr val="000000"/>
                </a:solidFill>
              </a:rPr>
              <a:t>act</a:t>
            </a:r>
            <a:r>
              <a:rPr sz="1750">
                <a:solidFill>
                  <a:srgbClr val="000000"/>
                </a:solidFill>
              </a:rPr>
              <a:t>s b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h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>
                <a:solidFill>
                  <a:srgbClr val="000000"/>
                </a:solidFill>
              </a:rPr>
              <a:t>nd</a:t>
            </a:r>
            <a:r>
              <a:rPr sz="1750" spc="-5">
                <a:solidFill>
                  <a:srgbClr val="000000"/>
                </a:solidFill>
              </a:rPr>
              <a:t> th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.</a:t>
            </a:r>
            <a:endParaRPr sz="1750"/>
          </a:p>
          <a:p>
            <a:pPr>
              <a:lnSpc>
                <a:spcPct val="100000"/>
              </a:lnSpc>
              <a:spcBef>
                <a:spcPts val="8"/>
              </a:spcBef>
              <a:buClr>
                <a:srgbClr val="FFFFFF"/>
              </a:buClr>
              <a:buFont typeface="Calibri"/>
              <a:buAutoNum type="arabicPeriod" startAt="5"/>
            </a:pPr>
            <a:endParaRPr sz="1500">
              <a:latin typeface="Times New Roman"/>
              <a:cs typeface="Times New Roman"/>
            </a:endParaRPr>
          </a:p>
          <a:p>
            <a:pPr marL="415290" marR="5080" indent="-402590" algn="just">
              <a:lnSpc>
                <a:spcPct val="90300"/>
              </a:lnSpc>
              <a:buClr>
                <a:srgbClr val="FFFFFF"/>
              </a:buClr>
              <a:buFont typeface="Calibri"/>
              <a:buAutoNum type="arabicPeriod" startAt="5"/>
              <a:tabLst>
                <a:tab pos="415290" algn="l"/>
              </a:tabLst>
            </a:pP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16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ge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ra</a:t>
            </a:r>
            <a:r>
              <a:rPr sz="1750">
                <a:solidFill>
                  <a:srgbClr val="000000"/>
                </a:solidFill>
              </a:rPr>
              <a:t>l, </a:t>
            </a:r>
            <a:r>
              <a:rPr sz="1750" spc="185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v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y </a:t>
            </a:r>
            <a:r>
              <a:rPr sz="1750" spc="18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stat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me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17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 </a:t>
            </a:r>
            <a:r>
              <a:rPr sz="1750" spc="17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17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d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 spc="10">
                <a:solidFill>
                  <a:srgbClr val="000000"/>
                </a:solidFill>
              </a:rPr>
              <a:t>ss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rtat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17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m</a:t>
            </a:r>
            <a:r>
              <a:rPr sz="1750" spc="-5">
                <a:solidFill>
                  <a:srgbClr val="000000"/>
                </a:solidFill>
              </a:rPr>
              <a:t>us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17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be </a:t>
            </a:r>
            <a:r>
              <a:rPr sz="1750" spc="18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-5">
                <a:solidFill>
                  <a:srgbClr val="000000"/>
                </a:solidFill>
              </a:rPr>
              <a:t>pp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rt</a:t>
            </a:r>
            <a:r>
              <a:rPr sz="1750">
                <a:solidFill>
                  <a:srgbClr val="000000"/>
                </a:solidFill>
              </a:rPr>
              <a:t>ed </a:t>
            </a:r>
            <a:r>
              <a:rPr sz="1750" spc="17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ei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h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r </a:t>
            </a:r>
            <a:r>
              <a:rPr sz="1750" spc="18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b</a:t>
            </a:r>
            <a:r>
              <a:rPr sz="1750">
                <a:solidFill>
                  <a:srgbClr val="000000"/>
                </a:solidFill>
              </a:rPr>
              <a:t>y </a:t>
            </a:r>
            <a:r>
              <a:rPr sz="1750" spc="17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fe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ce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o </a:t>
            </a:r>
            <a:r>
              <a:rPr sz="1750" spc="-8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pu</a:t>
            </a:r>
            <a:r>
              <a:rPr sz="1750">
                <a:solidFill>
                  <a:srgbClr val="000000"/>
                </a:solidFill>
              </a:rPr>
              <a:t>bli</a:t>
            </a:r>
            <a:r>
              <a:rPr sz="1750" spc="-5">
                <a:solidFill>
                  <a:srgbClr val="000000"/>
                </a:solidFill>
              </a:rPr>
              <a:t>sh</a:t>
            </a:r>
            <a:r>
              <a:rPr sz="1750">
                <a:solidFill>
                  <a:srgbClr val="000000"/>
                </a:solidFill>
              </a:rPr>
              <a:t>ed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ci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ific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li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ratu</a:t>
            </a:r>
            <a:r>
              <a:rPr sz="1750">
                <a:solidFill>
                  <a:srgbClr val="000000"/>
                </a:solidFill>
              </a:rPr>
              <a:t>re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r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b</a:t>
            </a:r>
            <a:r>
              <a:rPr sz="1750">
                <a:solidFill>
                  <a:srgbClr val="000000"/>
                </a:solidFill>
              </a:rPr>
              <a:t>y </a:t>
            </a:r>
            <a:r>
              <a:rPr sz="1750" spc="-8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igi</a:t>
            </a:r>
            <a:r>
              <a:rPr sz="1750" spc="-5">
                <a:solidFill>
                  <a:srgbClr val="000000"/>
                </a:solidFill>
              </a:rPr>
              <a:t>na</a:t>
            </a:r>
            <a:r>
              <a:rPr sz="1750">
                <a:solidFill>
                  <a:srgbClr val="000000"/>
                </a:solidFill>
              </a:rPr>
              <a:t>l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w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rk</a:t>
            </a:r>
            <a:r>
              <a:rPr sz="1750">
                <a:solidFill>
                  <a:srgbClr val="000000"/>
                </a:solidFill>
              </a:rPr>
              <a:t>.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 spc="5">
                <a:solidFill>
                  <a:srgbClr val="000000"/>
                </a:solidFill>
              </a:rPr>
              <a:t>I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 spc="-5">
                <a:solidFill>
                  <a:srgbClr val="000000"/>
                </a:solidFill>
              </a:rPr>
              <a:t>p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rtant</a:t>
            </a:r>
            <a:r>
              <a:rPr sz="1750">
                <a:solidFill>
                  <a:srgbClr val="000000"/>
                </a:solidFill>
              </a:rPr>
              <a:t>ly, </a:t>
            </a:r>
            <a:r>
              <a:rPr sz="1750" spc="-8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rta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125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t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t</a:t>
            </a:r>
            <a:r>
              <a:rPr sz="1750" spc="13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p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t</a:t>
            </a:r>
            <a:r>
              <a:rPr sz="1750" spc="130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he</a:t>
            </a:r>
            <a:r>
              <a:rPr sz="1750" spc="12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d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ta</a:t>
            </a:r>
            <a:r>
              <a:rPr sz="1750">
                <a:solidFill>
                  <a:srgbClr val="000000"/>
                </a:solidFill>
              </a:rPr>
              <a:t>ils</a:t>
            </a:r>
            <a:r>
              <a:rPr sz="1750" spc="13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f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u</a:t>
            </a:r>
            <a:r>
              <a:rPr sz="1750">
                <a:solidFill>
                  <a:srgbClr val="000000"/>
                </a:solidFill>
              </a:rPr>
              <a:t>nd</a:t>
            </a:r>
            <a:r>
              <a:rPr sz="1750" spc="12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</a:t>
            </a:r>
            <a:r>
              <a:rPr sz="1750" spc="12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p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-5">
                <a:solidFill>
                  <a:srgbClr val="000000"/>
                </a:solidFill>
              </a:rPr>
              <a:t>b</a:t>
            </a:r>
            <a:r>
              <a:rPr sz="1750">
                <a:solidFill>
                  <a:srgbClr val="000000"/>
                </a:solidFill>
              </a:rPr>
              <a:t>lic</a:t>
            </a:r>
            <a:r>
              <a:rPr sz="1750" spc="12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u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;</a:t>
            </a:r>
            <a:r>
              <a:rPr sz="1750" spc="13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it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u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s</a:t>
            </a:r>
            <a:r>
              <a:rPr sz="1750" spc="14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th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5">
                <a:solidFill>
                  <a:srgbClr val="000000"/>
                </a:solidFill>
              </a:rPr>
              <a:t>u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-5">
                <a:solidFill>
                  <a:srgbClr val="000000"/>
                </a:solidFill>
              </a:rPr>
              <a:t>ts a</a:t>
            </a:r>
            <a:r>
              <a:rPr sz="1750">
                <a:solidFill>
                  <a:srgbClr val="000000"/>
                </a:solidFill>
              </a:rPr>
              <a:t>s f</a:t>
            </a:r>
            <a:r>
              <a:rPr sz="1750" spc="-5">
                <a:solidFill>
                  <a:srgbClr val="000000"/>
                </a:solidFill>
              </a:rPr>
              <a:t>ac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5">
                <a:solidFill>
                  <a:srgbClr val="000000"/>
                </a:solidFill>
              </a:rPr>
              <a:t>an</a:t>
            </a:r>
            <a:r>
              <a:rPr sz="1750">
                <a:solidFill>
                  <a:srgbClr val="000000"/>
                </a:solidFill>
              </a:rPr>
              <a:t>d</a:t>
            </a:r>
            <a:r>
              <a:rPr sz="1750" spc="-5">
                <a:solidFill>
                  <a:srgbClr val="000000"/>
                </a:solidFill>
              </a:rPr>
              <a:t> r</a:t>
            </a:r>
            <a:r>
              <a:rPr sz="1750">
                <a:solidFill>
                  <a:srgbClr val="000000"/>
                </a:solidFill>
              </a:rPr>
              <a:t>ef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rs </a:t>
            </a:r>
            <a:r>
              <a:rPr sz="1750" spc="-5">
                <a:solidFill>
                  <a:srgbClr val="000000"/>
                </a:solidFill>
              </a:rPr>
              <a:t>th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ad</a:t>
            </a:r>
            <a:r>
              <a:rPr sz="1750">
                <a:solidFill>
                  <a:srgbClr val="000000"/>
                </a:solidFill>
              </a:rPr>
              <a:t>er</a:t>
            </a:r>
            <a:r>
              <a:rPr sz="1750" spc="-5">
                <a:solidFill>
                  <a:srgbClr val="000000"/>
                </a:solidFill>
              </a:rPr>
              <a:t> t</a:t>
            </a:r>
            <a:r>
              <a:rPr sz="1750">
                <a:solidFill>
                  <a:srgbClr val="000000"/>
                </a:solidFill>
              </a:rPr>
              <a:t>o </a:t>
            </a:r>
            <a:r>
              <a:rPr sz="1750" spc="-5">
                <a:solidFill>
                  <a:srgbClr val="000000"/>
                </a:solidFill>
              </a:rPr>
              <a:t>th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-5">
                <a:solidFill>
                  <a:srgbClr val="000000"/>
                </a:solidFill>
              </a:rPr>
              <a:t>rc</a:t>
            </a:r>
            <a:r>
              <a:rPr sz="1750">
                <a:solidFill>
                  <a:srgbClr val="000000"/>
                </a:solidFill>
              </a:rPr>
              <a:t>e f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fu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h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d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ta</a:t>
            </a:r>
            <a:r>
              <a:rPr sz="1750">
                <a:solidFill>
                  <a:srgbClr val="000000"/>
                </a:solidFill>
              </a:rPr>
              <a:t>il</a:t>
            </a:r>
            <a:r>
              <a:rPr sz="1750" spc="-5">
                <a:solidFill>
                  <a:srgbClr val="000000"/>
                </a:solidFill>
              </a:rPr>
              <a:t>s.</a:t>
            </a:r>
            <a:endParaRPr sz="1750"/>
          </a:p>
          <a:p>
            <a:pPr>
              <a:lnSpc>
                <a:spcPct val="100000"/>
              </a:lnSpc>
              <a:spcBef>
                <a:spcPts val="7"/>
              </a:spcBef>
              <a:buClr>
                <a:srgbClr val="FFFFFF"/>
              </a:buClr>
              <a:buFont typeface="Calibri"/>
              <a:buAutoNum type="arabicPeriod" startAt="5"/>
            </a:pPr>
            <a:endParaRPr sz="1550">
              <a:latin typeface="Times New Roman"/>
              <a:cs typeface="Times New Roman"/>
            </a:endParaRPr>
          </a:p>
          <a:p>
            <a:pPr marL="415290" marR="7620" indent="-402590" algn="just">
              <a:lnSpc>
                <a:spcPts val="1900"/>
              </a:lnSpc>
              <a:buClr>
                <a:srgbClr val="FFFFFF"/>
              </a:buClr>
              <a:buFont typeface="Calibri"/>
              <a:buAutoNum type="arabicPeriod" startAt="5"/>
              <a:tabLst>
                <a:tab pos="415290" algn="l"/>
              </a:tabLst>
            </a:pPr>
            <a:r>
              <a:rPr sz="1750" spc="-2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ac</a:t>
            </a:r>
            <a:r>
              <a:rPr sz="1750">
                <a:solidFill>
                  <a:srgbClr val="000000"/>
                </a:solidFill>
              </a:rPr>
              <a:t>h </a:t>
            </a:r>
            <a:r>
              <a:rPr sz="1750" spc="-5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nt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ce </a:t>
            </a:r>
            <a:r>
              <a:rPr sz="1750" spc="-5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 </a:t>
            </a:r>
            <a:r>
              <a:rPr sz="1750" spc="-5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6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rtat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-55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4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b</a:t>
            </a:r>
            <a:r>
              <a:rPr sz="1750">
                <a:solidFill>
                  <a:srgbClr val="000000"/>
                </a:solidFill>
              </a:rPr>
              <a:t>e </a:t>
            </a:r>
            <a:r>
              <a:rPr sz="1750" spc="-5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pl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e </a:t>
            </a:r>
            <a:r>
              <a:rPr sz="1750" spc="-5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nd </a:t>
            </a:r>
            <a:r>
              <a:rPr sz="1750" spc="-6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6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 </a:t>
            </a:r>
            <a:r>
              <a:rPr sz="1750" spc="-5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60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g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m</a:t>
            </a:r>
            <a:r>
              <a:rPr sz="1750" spc="-15">
                <a:solidFill>
                  <a:srgbClr val="000000"/>
                </a:solidFill>
              </a:rPr>
              <a:t>a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ca</a:t>
            </a:r>
            <a:r>
              <a:rPr sz="1750">
                <a:solidFill>
                  <a:srgbClr val="000000"/>
                </a:solidFill>
              </a:rPr>
              <a:t>l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,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o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-5">
                <a:solidFill>
                  <a:srgbClr val="000000"/>
                </a:solidFill>
              </a:rPr>
              <a:t>act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,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o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-5">
                <a:solidFill>
                  <a:srgbClr val="000000"/>
                </a:solidFill>
              </a:rPr>
              <a:t>ur</a:t>
            </a:r>
            <a:r>
              <a:rPr sz="1750">
                <a:solidFill>
                  <a:srgbClr val="000000"/>
                </a:solidFill>
              </a:rPr>
              <a:t>s</a:t>
            </a:r>
            <a:r>
              <a:rPr sz="1750" spc="120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r</a:t>
            </a:r>
            <a:r>
              <a:rPr sz="1750" spc="11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5">
                <a:solidFill>
                  <a:srgbClr val="000000"/>
                </a:solidFill>
              </a:rPr>
              <a:t>a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g,</a:t>
            </a:r>
            <a:r>
              <a:rPr sz="1750" spc="11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no</a:t>
            </a:r>
            <a:r>
              <a:rPr sz="1750" spc="11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-5">
                <a:solidFill>
                  <a:srgbClr val="000000"/>
                </a:solidFill>
              </a:rPr>
              <a:t>nd</a:t>
            </a:r>
            <a:r>
              <a:rPr sz="1750">
                <a:solidFill>
                  <a:srgbClr val="000000"/>
                </a:solidFill>
              </a:rPr>
              <a:t>efi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ed</a:t>
            </a:r>
            <a:r>
              <a:rPr sz="1750" spc="10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h</a:t>
            </a:r>
            <a:r>
              <a:rPr sz="1750">
                <a:solidFill>
                  <a:srgbClr val="000000"/>
                </a:solidFill>
              </a:rPr>
              <a:t>ni</a:t>
            </a:r>
            <a:r>
              <a:rPr sz="1750" spc="-5">
                <a:solidFill>
                  <a:srgbClr val="000000"/>
                </a:solidFill>
              </a:rPr>
              <a:t>ca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114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jar</a:t>
            </a:r>
            <a:r>
              <a:rPr sz="1750">
                <a:solidFill>
                  <a:srgbClr val="000000"/>
                </a:solidFill>
              </a:rPr>
              <a:t>g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n.</a:t>
            </a:r>
            <a:r>
              <a:rPr sz="1750" spc="10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The</a:t>
            </a:r>
            <a:r>
              <a:rPr sz="1750" spc="10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w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rd</a:t>
            </a:r>
            <a:r>
              <a:rPr sz="1750">
                <a:solidFill>
                  <a:srgbClr val="000000"/>
                </a:solidFill>
              </a:rPr>
              <a:t>s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 spc="-5">
                <a:solidFill>
                  <a:srgbClr val="000000"/>
                </a:solidFill>
              </a:rPr>
              <a:t>u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t</a:t>
            </a:r>
            <a:r>
              <a:rPr sz="1750" spc="-1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nv</a:t>
            </a:r>
            <a:r>
              <a:rPr sz="1750">
                <a:solidFill>
                  <a:srgbClr val="000000"/>
                </a:solidFill>
              </a:rPr>
              <a:t>ey 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5">
                <a:solidFill>
                  <a:srgbClr val="000000"/>
                </a:solidFill>
              </a:rPr>
              <a:t>x</a:t>
            </a:r>
            <a:r>
              <a:rPr sz="1750" spc="-5">
                <a:solidFill>
                  <a:srgbClr val="000000"/>
                </a:solidFill>
              </a:rPr>
              <a:t>act</a:t>
            </a:r>
            <a:r>
              <a:rPr sz="1750">
                <a:solidFill>
                  <a:srgbClr val="000000"/>
                </a:solidFill>
              </a:rPr>
              <a:t>ly </a:t>
            </a:r>
            <a:r>
              <a:rPr sz="1750" spc="-5">
                <a:solidFill>
                  <a:srgbClr val="000000"/>
                </a:solidFill>
              </a:rPr>
              <a:t>th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m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5">
                <a:solidFill>
                  <a:srgbClr val="000000"/>
                </a:solidFill>
              </a:rPr>
              <a:t>a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g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</a:t>
            </a:r>
            <a:r>
              <a:rPr sz="1750" spc="-5">
                <a:solidFill>
                  <a:srgbClr val="000000"/>
                </a:solidFill>
              </a:rPr>
              <a:t>t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>
                <a:solidFill>
                  <a:srgbClr val="000000"/>
                </a:solidFill>
              </a:rPr>
              <a:t>, 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th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g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 a</a:t>
            </a:r>
            <a:r>
              <a:rPr sz="1750">
                <a:solidFill>
                  <a:srgbClr val="000000"/>
                </a:solidFill>
              </a:rPr>
              <a:t>nd</a:t>
            </a:r>
            <a:r>
              <a:rPr sz="1750" spc="-1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ot</a:t>
            </a:r>
            <a:r>
              <a:rPr sz="1750">
                <a:solidFill>
                  <a:srgbClr val="000000"/>
                </a:solidFill>
              </a:rPr>
              <a:t>h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>
                <a:solidFill>
                  <a:srgbClr val="000000"/>
                </a:solidFill>
              </a:rPr>
              <a:t>ng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le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.</a:t>
            </a:r>
            <a:endParaRPr sz="1750"/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Calibri"/>
              <a:buAutoNum type="arabicPeriod" startAt="5"/>
            </a:pPr>
            <a:endParaRPr sz="1500">
              <a:latin typeface="Times New Roman"/>
              <a:cs typeface="Times New Roman"/>
            </a:endParaRPr>
          </a:p>
          <a:p>
            <a:pPr marL="415290" marR="6350" indent="-402590" algn="just">
              <a:lnSpc>
                <a:spcPts val="1900"/>
              </a:lnSpc>
              <a:buClr>
                <a:srgbClr val="FFFFFF"/>
              </a:buClr>
              <a:buFont typeface="Calibri"/>
              <a:buAutoNum type="arabicPeriod" startAt="5"/>
              <a:tabLst>
                <a:tab pos="415290" algn="l"/>
              </a:tabLst>
            </a:pPr>
            <a:r>
              <a:rPr sz="1750" spc="-2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ac</a:t>
            </a:r>
            <a:r>
              <a:rPr sz="1750">
                <a:solidFill>
                  <a:srgbClr val="000000"/>
                </a:solidFill>
              </a:rPr>
              <a:t>h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stat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10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11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d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 spc="10">
                <a:solidFill>
                  <a:srgbClr val="000000"/>
                </a:solidFill>
              </a:rPr>
              <a:t>ss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rtat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10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be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rr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105">
                <a:solidFill>
                  <a:srgbClr val="000000"/>
                </a:solidFill>
              </a:rPr>
              <a:t> </a:t>
            </a:r>
            <a:r>
              <a:rPr sz="1750" spc="5">
                <a:solidFill>
                  <a:srgbClr val="000000"/>
                </a:solidFill>
              </a:rPr>
              <a:t>a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d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>
                <a:solidFill>
                  <a:srgbClr val="000000"/>
                </a:solidFill>
              </a:rPr>
              <a:t>ef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n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b</a:t>
            </a:r>
            <a:r>
              <a:rPr sz="1750">
                <a:solidFill>
                  <a:srgbClr val="000000"/>
                </a:solidFill>
              </a:rPr>
              <a:t>le </a:t>
            </a:r>
            <a:r>
              <a:rPr sz="1750" spc="-10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11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l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10">
                <a:solidFill>
                  <a:srgbClr val="000000"/>
                </a:solidFill>
              </a:rPr>
              <a:t>g</a:t>
            </a:r>
            <a:r>
              <a:rPr sz="1750">
                <a:solidFill>
                  <a:srgbClr val="000000"/>
                </a:solidFill>
              </a:rPr>
              <a:t>ic</a:t>
            </a:r>
            <a:r>
              <a:rPr sz="1750" spc="-1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l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>
                <a:solidFill>
                  <a:srgbClr val="000000"/>
                </a:solidFill>
              </a:rPr>
              <a:t>nd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c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nt</a:t>
            </a:r>
            <a:r>
              <a:rPr sz="1750">
                <a:solidFill>
                  <a:srgbClr val="000000"/>
                </a:solidFill>
              </a:rPr>
              <a:t>ific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e. </a:t>
            </a:r>
            <a:r>
              <a:rPr sz="1750" spc="-110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T</a:t>
            </a:r>
            <a:r>
              <a:rPr sz="1750" spc="-5">
                <a:solidFill>
                  <a:srgbClr val="000000"/>
                </a:solidFill>
              </a:rPr>
              <a:t>h</a:t>
            </a:r>
            <a:r>
              <a:rPr sz="1750">
                <a:solidFill>
                  <a:srgbClr val="000000"/>
                </a:solidFill>
              </a:rPr>
              <a:t>e </a:t>
            </a:r>
            <a:r>
              <a:rPr sz="1750" spc="-10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d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>
                <a:solidFill>
                  <a:srgbClr val="000000"/>
                </a:solidFill>
              </a:rPr>
              <a:t>u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ns </a:t>
            </a:r>
            <a:r>
              <a:rPr sz="1750" spc="-95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in </a:t>
            </a:r>
            <a:r>
              <a:rPr sz="1750" spc="-110">
                <a:solidFill>
                  <a:srgbClr val="000000"/>
                </a:solidFill>
              </a:rPr>
              <a:t> </a:t>
            </a:r>
            <a:r>
              <a:rPr sz="1750">
                <a:solidFill>
                  <a:srgbClr val="000000"/>
                </a:solidFill>
              </a:rPr>
              <a:t>a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d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e</a:t>
            </a:r>
            <a:r>
              <a:rPr sz="1750" spc="-5">
                <a:solidFill>
                  <a:srgbClr val="000000"/>
                </a:solidFill>
              </a:rPr>
              <a:t>rtati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n </a:t>
            </a:r>
            <a:r>
              <a:rPr sz="1750" spc="-100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 spc="-5">
                <a:solidFill>
                  <a:srgbClr val="000000"/>
                </a:solidFill>
              </a:rPr>
              <a:t>u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105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5">
                <a:solidFill>
                  <a:srgbClr val="000000"/>
                </a:solidFill>
              </a:rPr>
              <a:t>ati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fy </a:t>
            </a:r>
            <a:r>
              <a:rPr sz="1750" spc="-90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th</a:t>
            </a:r>
            <a:r>
              <a:rPr sz="1750">
                <a:solidFill>
                  <a:srgbClr val="000000"/>
                </a:solidFill>
              </a:rPr>
              <a:t>e </a:t>
            </a:r>
            <a:r>
              <a:rPr sz="1750" spc="-105">
                <a:solidFill>
                  <a:srgbClr val="000000"/>
                </a:solidFill>
              </a:rPr>
              <a:t>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5">
                <a:solidFill>
                  <a:srgbClr val="000000"/>
                </a:solidFill>
              </a:rPr>
              <a:t>s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95">
                <a:solidFill>
                  <a:srgbClr val="000000"/>
                </a:solidFill>
              </a:rPr>
              <a:t> </a:t>
            </a:r>
            <a:r>
              <a:rPr sz="1750" spc="-5">
                <a:solidFill>
                  <a:srgbClr val="000000"/>
                </a:solidFill>
              </a:rPr>
              <a:t>str</a:t>
            </a:r>
            <a:r>
              <a:rPr sz="1750">
                <a:solidFill>
                  <a:srgbClr val="000000"/>
                </a:solidFill>
              </a:rPr>
              <a:t>i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ge</a:t>
            </a:r>
            <a:r>
              <a:rPr sz="1750" spc="-5">
                <a:solidFill>
                  <a:srgbClr val="000000"/>
                </a:solidFill>
              </a:rPr>
              <a:t>n</a:t>
            </a:r>
            <a:r>
              <a:rPr sz="1750">
                <a:solidFill>
                  <a:srgbClr val="000000"/>
                </a:solidFill>
              </a:rPr>
              <a:t>t </a:t>
            </a:r>
            <a:r>
              <a:rPr sz="1750" spc="-5">
                <a:solidFill>
                  <a:srgbClr val="000000"/>
                </a:solidFill>
              </a:rPr>
              <a:t>ru</a:t>
            </a:r>
            <a:r>
              <a:rPr sz="1750">
                <a:solidFill>
                  <a:srgbClr val="000000"/>
                </a:solidFill>
              </a:rPr>
              <a:t>les </a:t>
            </a:r>
            <a:r>
              <a:rPr sz="1750" spc="-5">
                <a:solidFill>
                  <a:srgbClr val="000000"/>
                </a:solidFill>
              </a:rPr>
              <a:t>o</a:t>
            </a:r>
            <a:r>
              <a:rPr sz="1750">
                <a:solidFill>
                  <a:srgbClr val="000000"/>
                </a:solidFill>
              </a:rPr>
              <a:t>f l</a:t>
            </a:r>
            <a:r>
              <a:rPr sz="1750" spc="10">
                <a:solidFill>
                  <a:srgbClr val="000000"/>
                </a:solidFill>
              </a:rPr>
              <a:t>o</a:t>
            </a:r>
            <a:r>
              <a:rPr sz="1750" spc="-10">
                <a:solidFill>
                  <a:srgbClr val="000000"/>
                </a:solidFill>
              </a:rPr>
              <a:t>g</a:t>
            </a:r>
            <a:r>
              <a:rPr sz="1750">
                <a:solidFill>
                  <a:srgbClr val="000000"/>
                </a:solidFill>
              </a:rPr>
              <a:t>ic</a:t>
            </a:r>
            <a:r>
              <a:rPr sz="1750" spc="-5">
                <a:solidFill>
                  <a:srgbClr val="000000"/>
                </a:solidFill>
              </a:rPr>
              <a:t> ap</a:t>
            </a:r>
            <a:r>
              <a:rPr sz="1750">
                <a:solidFill>
                  <a:srgbClr val="000000"/>
                </a:solidFill>
              </a:rPr>
              <a:t>pl</a:t>
            </a:r>
            <a:r>
              <a:rPr sz="1750" spc="-5">
                <a:solidFill>
                  <a:srgbClr val="000000"/>
                </a:solidFill>
              </a:rPr>
              <a:t>i</a:t>
            </a:r>
            <a:r>
              <a:rPr sz="1750">
                <a:solidFill>
                  <a:srgbClr val="000000"/>
                </a:solidFill>
              </a:rPr>
              <a:t>ed</a:t>
            </a:r>
            <a:r>
              <a:rPr sz="1750" spc="-5">
                <a:solidFill>
                  <a:srgbClr val="000000"/>
                </a:solidFill>
              </a:rPr>
              <a:t> t</a:t>
            </a:r>
            <a:r>
              <a:rPr sz="1750">
                <a:solidFill>
                  <a:srgbClr val="000000"/>
                </a:solidFill>
              </a:rPr>
              <a:t>o </a:t>
            </a:r>
            <a:r>
              <a:rPr sz="1750" spc="-10">
                <a:solidFill>
                  <a:srgbClr val="000000"/>
                </a:solidFill>
              </a:rPr>
              <a:t>m</a:t>
            </a:r>
            <a:r>
              <a:rPr sz="1750" spc="5">
                <a:solidFill>
                  <a:srgbClr val="000000"/>
                </a:solidFill>
              </a:rPr>
              <a:t>a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h</a:t>
            </a:r>
            <a:r>
              <a:rPr sz="1750" spc="-10">
                <a:solidFill>
                  <a:srgbClr val="000000"/>
                </a:solidFill>
              </a:rPr>
              <a:t>e</a:t>
            </a:r>
            <a:r>
              <a:rPr sz="1750">
                <a:solidFill>
                  <a:srgbClr val="000000"/>
                </a:solidFill>
              </a:rPr>
              <a:t>m</a:t>
            </a:r>
            <a:r>
              <a:rPr sz="1750" spc="-5">
                <a:solidFill>
                  <a:srgbClr val="000000"/>
                </a:solidFill>
              </a:rPr>
              <a:t>a</a:t>
            </a:r>
            <a:r>
              <a:rPr sz="1750" spc="-10">
                <a:solidFill>
                  <a:srgbClr val="000000"/>
                </a:solidFill>
              </a:rPr>
              <a:t>t</a:t>
            </a:r>
            <a:r>
              <a:rPr sz="1750">
                <a:solidFill>
                  <a:srgbClr val="000000"/>
                </a:solidFill>
              </a:rPr>
              <a:t>ics </a:t>
            </a:r>
            <a:r>
              <a:rPr sz="1750" spc="-5">
                <a:solidFill>
                  <a:srgbClr val="000000"/>
                </a:solidFill>
              </a:rPr>
              <a:t>an</a:t>
            </a:r>
            <a:r>
              <a:rPr sz="1750">
                <a:solidFill>
                  <a:srgbClr val="000000"/>
                </a:solidFill>
              </a:rPr>
              <a:t>d</a:t>
            </a:r>
            <a:r>
              <a:rPr sz="1750" spc="-5">
                <a:solidFill>
                  <a:srgbClr val="000000"/>
                </a:solidFill>
              </a:rPr>
              <a:t> </a:t>
            </a:r>
            <a:r>
              <a:rPr sz="1750" spc="10">
                <a:solidFill>
                  <a:srgbClr val="000000"/>
                </a:solidFill>
              </a:rPr>
              <a:t>s</a:t>
            </a:r>
            <a:r>
              <a:rPr sz="1750" spc="-5">
                <a:solidFill>
                  <a:srgbClr val="000000"/>
                </a:solidFill>
              </a:rPr>
              <a:t>c</a:t>
            </a:r>
            <a:r>
              <a:rPr sz="1750">
                <a:solidFill>
                  <a:srgbClr val="000000"/>
                </a:solidFill>
              </a:rPr>
              <a:t>ie</a:t>
            </a:r>
            <a:r>
              <a:rPr sz="1750" spc="-5">
                <a:solidFill>
                  <a:srgbClr val="000000"/>
                </a:solidFill>
              </a:rPr>
              <a:t>nc</a:t>
            </a:r>
            <a:r>
              <a:rPr sz="1750">
                <a:solidFill>
                  <a:srgbClr val="000000"/>
                </a:solidFill>
              </a:rPr>
              <a:t>e.</a:t>
            </a:r>
            <a:endParaRPr sz="175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E30FE82-3766-4C65-85B9-0D226DAA8EA0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55"/>
              <a:t>W</a:t>
            </a:r>
            <a:r>
              <a:rPr spc="-25"/>
              <a:t>r</a:t>
            </a:r>
            <a:r>
              <a:rPr spc="-10"/>
              <a:t>iti</a:t>
            </a:r>
            <a:r>
              <a:rPr spc="-5"/>
              <a:t>n</a:t>
            </a:r>
            <a:r>
              <a:t>g</a:t>
            </a:r>
            <a:r>
              <a:rPr spc="-10"/>
              <a:t> </a:t>
            </a:r>
            <a:r>
              <a:rPr spc="-5"/>
              <a:t>D</a:t>
            </a:r>
            <a:r>
              <a:rPr spc="-10"/>
              <a:t>i</a:t>
            </a:r>
            <a:r>
              <a:t>s</a:t>
            </a:r>
            <a:r>
              <a:rPr spc="-5"/>
              <a:t>s</a:t>
            </a:r>
            <a:r>
              <a:rPr spc="-25"/>
              <a:t>erta</a:t>
            </a:r>
            <a:r>
              <a:rPr spc="-5"/>
              <a:t>t</a:t>
            </a:r>
            <a:r>
              <a:rPr spc="-10"/>
              <a:t>i</a:t>
            </a:r>
            <a:r>
              <a:rPr spc="-5"/>
              <a:t>on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677309"/>
            <a:ext cx="7730490" cy="383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910" marR="5080" indent="-283210">
              <a:lnSpc>
                <a:spcPct val="100000"/>
              </a:lnSpc>
              <a:buFont typeface="Trebuchet MS"/>
              <a:buChar char="•"/>
              <a:tabLst>
                <a:tab pos="295910" algn="l"/>
              </a:tabLst>
            </a:pPr>
            <a:r>
              <a:rPr sz="2400" spc="-5" dirty="0">
                <a:latin typeface="Calibri"/>
                <a:cs typeface="Calibri"/>
              </a:rPr>
              <a:t>Al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sc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st </a:t>
            </a:r>
            <a:r>
              <a:rPr sz="2400" spc="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mm</a:t>
            </a:r>
            <a:r>
              <a:rPr sz="2400" spc="-5" dirty="0">
                <a:latin typeface="Calibri"/>
                <a:cs typeface="Calibri"/>
              </a:rPr>
              <a:t>uni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ate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20" dirty="0">
                <a:latin typeface="Calibri"/>
                <a:cs typeface="Calibri"/>
              </a:rPr>
              <a:t>ov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s;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vi-VN" sz="2400" spc="-5" dirty="0">
                <a:latin typeface="Calibri"/>
                <a:cs typeface="Calibri"/>
              </a:rPr>
              <a:t>your</a:t>
            </a:r>
            <a:r>
              <a:rPr sz="2400" spc="-5" dirty="0">
                <a:latin typeface="Calibri"/>
                <a:cs typeface="Calibri"/>
              </a:rPr>
              <a:t> di</a:t>
            </a:r>
            <a:r>
              <a:rPr sz="2400" spc="-15" dirty="0">
                <a:latin typeface="Calibri"/>
                <a:cs typeface="Calibri"/>
              </a:rPr>
              <a:t>ssert</a:t>
            </a:r>
            <a:r>
              <a:rPr sz="2400" spc="-10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p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id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nin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 f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mm</a:t>
            </a:r>
            <a:r>
              <a:rPr sz="2400" spc="-5" dirty="0">
                <a:latin typeface="Calibri"/>
                <a:cs typeface="Calibri"/>
              </a:rPr>
              <a:t>uni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it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h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r </a:t>
            </a:r>
            <a:r>
              <a:rPr lang="vi-VN" sz="2400" spc="-10" dirty="0">
                <a:latin typeface="Calibri"/>
                <a:cs typeface="Calibri"/>
              </a:rPr>
              <a:t>audience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5910" marR="29209" indent="-28321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5910" algn="l"/>
              </a:tabLst>
            </a:pPr>
            <a:r>
              <a:rPr sz="2400" spc="-30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dis</a:t>
            </a:r>
            <a:r>
              <a:rPr sz="2400" spc="-10" dirty="0">
                <a:latin typeface="Calibri"/>
                <a:cs typeface="Calibri"/>
              </a:rPr>
              <a:t>serta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q</a:t>
            </a:r>
            <a:r>
              <a:rPr sz="2400" spc="5" dirty="0">
                <a:latin typeface="Calibri"/>
                <a:cs typeface="Calibri"/>
              </a:rPr>
              <a:t>u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st</a:t>
            </a:r>
            <a:r>
              <a:rPr sz="2400" spc="-5" dirty="0">
                <a:latin typeface="Calibri"/>
                <a:cs typeface="Calibri"/>
              </a:rPr>
              <a:t>ud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t</a:t>
            </a:r>
            <a:r>
              <a:rPr sz="2400" spc="-5" dirty="0">
                <a:latin typeface="Calibri"/>
                <a:cs typeface="Calibri"/>
              </a:rPr>
              <a:t>hin</a:t>
            </a:r>
            <a:r>
              <a:rPr sz="2400" dirty="0">
                <a:latin typeface="Calibri"/>
                <a:cs typeface="Calibri"/>
              </a:rPr>
              <a:t>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ee</a:t>
            </a:r>
            <a:r>
              <a:rPr sz="2400" spc="-5" dirty="0">
                <a:latin typeface="Calibri"/>
                <a:cs typeface="Calibri"/>
              </a:rPr>
              <a:t>pl</a:t>
            </a:r>
            <a:r>
              <a:rPr sz="2400" spc="10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iz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15" dirty="0">
                <a:latin typeface="Calibri"/>
                <a:cs typeface="Calibri"/>
              </a:rPr>
              <a:t>tec</a:t>
            </a:r>
            <a:r>
              <a:rPr sz="2400" spc="-5" dirty="0">
                <a:latin typeface="Calibri"/>
                <a:cs typeface="Calibri"/>
              </a:rPr>
              <a:t>hni</a:t>
            </a:r>
            <a:r>
              <a:rPr sz="2400" dirty="0">
                <a:latin typeface="Calibri"/>
                <a:cs typeface="Calibri"/>
              </a:rPr>
              <a:t>cal 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ussio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ha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ill 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sc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ts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ul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-5" dirty="0">
                <a:latin typeface="Calibri"/>
                <a:cs typeface="Calibri"/>
              </a:rPr>
              <a:t> f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ig</a:t>
            </a:r>
            <a:r>
              <a:rPr sz="2400" spc="-10" dirty="0">
                <a:latin typeface="Calibri"/>
                <a:cs typeface="Calibri"/>
              </a:rPr>
              <a:t>oro</a:t>
            </a:r>
            <a:r>
              <a:rPr sz="2400" spc="-5" dirty="0">
                <a:latin typeface="Calibri"/>
                <a:cs typeface="Calibri"/>
              </a:rPr>
              <a:t>us, f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rm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-5" dirty="0">
                <a:latin typeface="Calibri"/>
                <a:cs typeface="Calibri"/>
              </a:rPr>
              <a:t> p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ese</a:t>
            </a:r>
            <a:r>
              <a:rPr sz="2400" spc="-5" dirty="0">
                <a:latin typeface="Calibri"/>
                <a:cs typeface="Calibri"/>
              </a:rPr>
              <a:t>nt</a:t>
            </a:r>
            <a:r>
              <a:rPr sz="2400" spc="-10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 t</a:t>
            </a:r>
            <a:r>
              <a:rPr sz="2400" spc="-20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gume</a:t>
            </a:r>
            <a:r>
              <a:rPr sz="2400" spc="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di</a:t>
            </a:r>
            <a:r>
              <a:rPr sz="2400" spc="-15" dirty="0">
                <a:latin typeface="Calibri"/>
                <a:cs typeface="Calibri"/>
              </a:rPr>
              <a:t>sc</a:t>
            </a:r>
            <a:r>
              <a:rPr sz="2400" spc="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si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n.</a:t>
            </a:r>
            <a:endParaRPr sz="2400" dirty="0">
              <a:latin typeface="Calibri"/>
              <a:cs typeface="Calibri"/>
            </a:endParaRPr>
          </a:p>
          <a:p>
            <a:pPr marL="295910" marR="248920" indent="-28321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5910" algn="l"/>
              </a:tabLst>
            </a:pPr>
            <a:r>
              <a:rPr sz="2400" b="1" spc="-10" dirty="0">
                <a:latin typeface="Calibri"/>
                <a:cs typeface="Calibri"/>
              </a:rPr>
              <a:t>W</a:t>
            </a:r>
            <a:r>
              <a:rPr sz="2400" b="1" spc="-5" dirty="0">
                <a:latin typeface="Calibri"/>
                <a:cs typeface="Calibri"/>
              </a:rPr>
              <a:t>r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25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in</a:t>
            </a:r>
            <a:r>
              <a:rPr sz="2400" b="1" dirty="0">
                <a:latin typeface="Calibri"/>
                <a:cs typeface="Calibri"/>
              </a:rPr>
              <a:t>g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10" dirty="0">
                <a:latin typeface="Calibri"/>
                <a:cs typeface="Calibri"/>
              </a:rPr>
              <a:t>ss</a:t>
            </a:r>
            <a:r>
              <a:rPr sz="2400" b="1" spc="-5" dirty="0">
                <a:latin typeface="Calibri"/>
                <a:cs typeface="Calibri"/>
              </a:rPr>
              <a:t>er</a:t>
            </a:r>
            <a:r>
              <a:rPr sz="2400" b="1" spc="-15" dirty="0">
                <a:latin typeface="Calibri"/>
                <a:cs typeface="Calibri"/>
              </a:rPr>
              <a:t>tation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i</a:t>
            </a:r>
            <a:r>
              <a:rPr sz="2400" b="1" spc="-10" dirty="0">
                <a:latin typeface="Calibri"/>
                <a:cs typeface="Calibri"/>
              </a:rPr>
              <a:t>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t</a:t>
            </a:r>
            <a:r>
              <a:rPr sz="2400" b="1" spc="-2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</a:t>
            </a:r>
            <a:r>
              <a:rPr sz="2400" b="1" spc="5" dirty="0">
                <a:latin typeface="Calibri"/>
                <a:cs typeface="Calibri"/>
              </a:rPr>
              <a:t>o</a:t>
            </a:r>
            <a:r>
              <a:rPr sz="2400" b="1" spc="-10" dirty="0">
                <a:latin typeface="Calibri"/>
                <a:cs typeface="Calibri"/>
              </a:rPr>
              <a:t>st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i</a:t>
            </a:r>
            <a:r>
              <a:rPr sz="2400" b="1" spc="5" dirty="0">
                <a:latin typeface="Calibri"/>
                <a:cs typeface="Calibri"/>
              </a:rPr>
              <a:t>m</a:t>
            </a:r>
            <a:r>
              <a:rPr sz="2400" b="1" spc="-25" dirty="0">
                <a:latin typeface="Calibri"/>
                <a:cs typeface="Calibri"/>
              </a:rPr>
              <a:t>p</a:t>
            </a:r>
            <a:r>
              <a:rPr sz="2400" b="1" spc="-10" dirty="0">
                <a:latin typeface="Calibri"/>
                <a:cs typeface="Calibri"/>
              </a:rPr>
              <a:t>o</a:t>
            </a:r>
            <a:r>
              <a:rPr sz="2400" b="1" spc="-5" dirty="0">
                <a:latin typeface="Calibri"/>
                <a:cs typeface="Calibri"/>
              </a:rPr>
              <a:t>r</a:t>
            </a:r>
            <a:r>
              <a:rPr sz="2400" b="1" spc="-15" dirty="0">
                <a:latin typeface="Calibri"/>
                <a:cs typeface="Calibri"/>
              </a:rPr>
              <a:t>ta</a:t>
            </a:r>
            <a:r>
              <a:rPr sz="2400" b="1" spc="-25" dirty="0">
                <a:latin typeface="Calibri"/>
                <a:cs typeface="Calibri"/>
              </a:rPr>
              <a:t>n</a:t>
            </a:r>
            <a:r>
              <a:rPr sz="2400" b="1" spc="-10" dirty="0">
                <a:latin typeface="Calibri"/>
                <a:cs typeface="Calibri"/>
              </a:rPr>
              <a:t>t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n</a:t>
            </a:r>
            <a:r>
              <a:rPr sz="2400" b="1" spc="-15" dirty="0">
                <a:latin typeface="Calibri"/>
                <a:cs typeface="Calibri"/>
              </a:rPr>
              <a:t>d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n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f</a:t>
            </a:r>
            <a:r>
              <a:rPr sz="2400" b="1" spc="-5" dirty="0">
                <a:latin typeface="Calibri"/>
                <a:cs typeface="Calibri"/>
              </a:rPr>
              <a:t>i</a:t>
            </a: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10" dirty="0">
                <a:latin typeface="Calibri"/>
                <a:cs typeface="Calibri"/>
              </a:rPr>
              <a:t>al </a:t>
            </a:r>
            <a:r>
              <a:rPr sz="2400" b="1" spc="-25" dirty="0">
                <a:latin typeface="Calibri"/>
                <a:cs typeface="Calibri"/>
              </a:rPr>
              <a:t>ph</a:t>
            </a:r>
            <a:r>
              <a:rPr sz="2400" b="1" spc="-15" dirty="0">
                <a:latin typeface="Calibri"/>
                <a:cs typeface="Calibri"/>
              </a:rPr>
              <a:t>as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</a:t>
            </a:r>
            <a:r>
              <a:rPr sz="2400" b="1" dirty="0">
                <a:latin typeface="Calibri"/>
                <a:cs typeface="Calibri"/>
              </a:rPr>
              <a:t>f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lang="vi-VN" sz="2400" b="1" spc="-15" dirty="0">
                <a:latin typeface="Calibri"/>
                <a:cs typeface="Calibri"/>
              </a:rPr>
              <a:t>your study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32B58B7-E114-4BAF-ACBB-FAC3FA951699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T</a:t>
            </a:r>
            <a:r>
              <a:t>o</a:t>
            </a:r>
            <a:r>
              <a:rPr spc="-10"/>
              <a:t> </a:t>
            </a:r>
            <a:r>
              <a:rPr spc="-95"/>
              <a:t>A</a:t>
            </a:r>
            <a:r>
              <a:rPr spc="-30"/>
              <a:t>v</a:t>
            </a:r>
            <a:r>
              <a:rPr spc="-5"/>
              <a:t>o</a:t>
            </a:r>
            <a:r>
              <a:rPr spc="-10"/>
              <a:t>i</a:t>
            </a:r>
            <a:r>
              <a:t>d</a:t>
            </a:r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550101"/>
            <a:ext cx="1256665" cy="31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 indent="-245110">
              <a:lnSpc>
                <a:spcPct val="100000"/>
              </a:lnSpc>
              <a:buFont typeface="Trebuchet MS"/>
              <a:buChar char="•"/>
              <a:tabLst>
                <a:tab pos="257810" algn="l"/>
              </a:tabLst>
            </a:pPr>
            <a:r>
              <a:rPr sz="2050" spc="15" dirty="0">
                <a:latin typeface="Calibri"/>
                <a:cs typeface="Calibri"/>
              </a:rPr>
              <a:t>T</a:t>
            </a:r>
            <a:r>
              <a:rPr sz="2050" spc="20" dirty="0">
                <a:latin typeface="Calibri"/>
                <a:cs typeface="Calibri"/>
              </a:rPr>
              <a:t>o</a:t>
            </a:r>
            <a:r>
              <a:rPr sz="2050" dirty="0">
                <a:latin typeface="Calibri"/>
                <a:cs typeface="Calibri"/>
              </a:rPr>
              <a:t> a</a:t>
            </a:r>
            <a:r>
              <a:rPr sz="2050" spc="5" dirty="0">
                <a:latin typeface="Calibri"/>
                <a:cs typeface="Calibri"/>
              </a:rPr>
              <a:t>v</a:t>
            </a:r>
            <a:r>
              <a:rPr sz="2050" spc="10" dirty="0">
                <a:latin typeface="Calibri"/>
                <a:cs typeface="Calibri"/>
              </a:rPr>
              <a:t>oid</a:t>
            </a:r>
            <a:r>
              <a:rPr sz="2050" spc="5" dirty="0">
                <a:latin typeface="Calibri"/>
                <a:cs typeface="Calibri"/>
              </a:rPr>
              <a:t>: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5839" y="1933824"/>
            <a:ext cx="135890" cy="928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90" dirty="0">
                <a:latin typeface="Calibri"/>
                <a:cs typeface="Calibri"/>
              </a:rPr>
              <a:t>–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550" spc="90" dirty="0">
                <a:latin typeface="Calibri"/>
                <a:cs typeface="Calibri"/>
              </a:rPr>
              <a:t>–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550" spc="90" dirty="0">
                <a:latin typeface="Calibri"/>
                <a:cs typeface="Calibri"/>
              </a:rPr>
              <a:t>–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7780" y="1930717"/>
            <a:ext cx="7317740" cy="424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1" spc="-25" dirty="0">
                <a:latin typeface="Calibri"/>
                <a:cs typeface="Calibri"/>
              </a:rPr>
              <a:t>A</a:t>
            </a:r>
            <a:r>
              <a:rPr sz="2100" b="1" spc="-30" dirty="0">
                <a:latin typeface="Calibri"/>
                <a:cs typeface="Calibri"/>
              </a:rPr>
              <a:t>d</a:t>
            </a:r>
            <a:r>
              <a:rPr sz="2100" b="1" spc="-15" dirty="0">
                <a:latin typeface="Calibri"/>
                <a:cs typeface="Calibri"/>
              </a:rPr>
              <a:t>v</a:t>
            </a:r>
            <a:r>
              <a:rPr sz="2100" b="1" spc="-10" dirty="0">
                <a:latin typeface="Calibri"/>
                <a:cs typeface="Calibri"/>
              </a:rPr>
              <a:t>e</a:t>
            </a:r>
            <a:r>
              <a:rPr sz="2100" b="1" spc="-15" dirty="0">
                <a:latin typeface="Calibri"/>
                <a:cs typeface="Calibri"/>
              </a:rPr>
              <a:t>r</a:t>
            </a:r>
            <a:r>
              <a:rPr sz="2100" b="1" spc="-30" dirty="0">
                <a:latin typeface="Calibri"/>
                <a:cs typeface="Calibri"/>
              </a:rPr>
              <a:t>b</a:t>
            </a:r>
            <a:r>
              <a:rPr sz="2100" b="1" spc="-10" dirty="0">
                <a:latin typeface="Calibri"/>
                <a:cs typeface="Calibri"/>
              </a:rPr>
              <a:t>s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 a</a:t>
            </a:r>
            <a:r>
              <a:rPr sz="1900" spc="-5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ver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y 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ver</a:t>
            </a:r>
            <a:r>
              <a:rPr sz="1900" spc="5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</a:t>
            </a:r>
            <a:r>
              <a:rPr sz="1900" spc="-5" dirty="0">
                <a:latin typeface="Calibri"/>
                <a:cs typeface="Calibri"/>
              </a:rPr>
              <a:t>rd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.</a:t>
            </a:r>
          </a:p>
          <a:p>
            <a:pPr marL="12700" marR="5080">
              <a:lnSpc>
                <a:spcPct val="100899"/>
              </a:lnSpc>
              <a:spcBef>
                <a:spcPts val="275"/>
              </a:spcBef>
            </a:pPr>
            <a:r>
              <a:rPr sz="2050" b="1" spc="10" dirty="0">
                <a:latin typeface="Calibri"/>
                <a:cs typeface="Calibri"/>
              </a:rPr>
              <a:t>J</a:t>
            </a:r>
            <a:r>
              <a:rPr sz="2050" b="1" spc="5" dirty="0">
                <a:latin typeface="Calibri"/>
                <a:cs typeface="Calibri"/>
              </a:rPr>
              <a:t>ok</a:t>
            </a:r>
            <a:r>
              <a:rPr sz="2050" b="1" spc="25" dirty="0">
                <a:latin typeface="Calibri"/>
                <a:cs typeface="Calibri"/>
              </a:rPr>
              <a:t>e</a:t>
            </a:r>
            <a:r>
              <a:rPr sz="2050" b="1" spc="5" dirty="0">
                <a:latin typeface="Calibri"/>
                <a:cs typeface="Calibri"/>
              </a:rPr>
              <a:t>s</a:t>
            </a:r>
            <a:r>
              <a:rPr sz="2050" b="1" spc="-10" dirty="0">
                <a:latin typeface="Calibri"/>
                <a:cs typeface="Calibri"/>
              </a:rPr>
              <a:t> </a:t>
            </a:r>
            <a:r>
              <a:rPr sz="2050" b="1" spc="15" dirty="0">
                <a:latin typeface="Calibri"/>
                <a:cs typeface="Calibri"/>
              </a:rPr>
              <a:t>o</a:t>
            </a:r>
            <a:r>
              <a:rPr sz="2050" b="1" spc="10" dirty="0">
                <a:latin typeface="Calibri"/>
                <a:cs typeface="Calibri"/>
              </a:rPr>
              <a:t>r</a:t>
            </a:r>
            <a:r>
              <a:rPr sz="2050" b="1" dirty="0">
                <a:latin typeface="Calibri"/>
                <a:cs typeface="Calibri"/>
              </a:rPr>
              <a:t> </a:t>
            </a:r>
            <a:r>
              <a:rPr sz="2050" b="1" spc="15" dirty="0">
                <a:latin typeface="Calibri"/>
                <a:cs typeface="Calibri"/>
              </a:rPr>
              <a:t>P</a:t>
            </a:r>
            <a:r>
              <a:rPr sz="2050" b="1" spc="5" dirty="0">
                <a:latin typeface="Calibri"/>
                <a:cs typeface="Calibri"/>
              </a:rPr>
              <a:t>u</a:t>
            </a:r>
            <a:r>
              <a:rPr sz="2050" b="1" spc="-5" dirty="0">
                <a:latin typeface="Calibri"/>
                <a:cs typeface="Calibri"/>
              </a:rPr>
              <a:t>n</a:t>
            </a:r>
            <a:r>
              <a:rPr sz="2050" b="1" spc="5" dirty="0">
                <a:latin typeface="Calibri"/>
                <a:cs typeface="Calibri"/>
              </a:rPr>
              <a:t>s</a:t>
            </a:r>
            <a:r>
              <a:rPr sz="2050" b="1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y 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ent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c </a:t>
            </a:r>
            <a:r>
              <a:rPr sz="1900" spc="-5" dirty="0">
                <a:latin typeface="Calibri"/>
                <a:cs typeface="Calibri"/>
              </a:rPr>
              <a:t>re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h</a:t>
            </a:r>
            <a:r>
              <a:rPr sz="1900" spc="5" dirty="0">
                <a:latin typeface="Calibri"/>
                <a:cs typeface="Calibri"/>
              </a:rPr>
              <a:t> d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s 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ma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m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. </a:t>
            </a:r>
            <a:r>
              <a:rPr sz="2100" b="1" spc="-30" dirty="0">
                <a:latin typeface="Calibri"/>
                <a:cs typeface="Calibri"/>
              </a:rPr>
              <a:t>M</a:t>
            </a:r>
            <a:r>
              <a:rPr sz="2100" b="1" spc="-5" dirty="0">
                <a:latin typeface="Calibri"/>
                <a:cs typeface="Calibri"/>
              </a:rPr>
              <a:t>or</a:t>
            </a:r>
            <a:r>
              <a:rPr sz="2100" b="1" spc="-20" dirty="0">
                <a:latin typeface="Calibri"/>
                <a:cs typeface="Calibri"/>
              </a:rPr>
              <a:t>a</a:t>
            </a:r>
            <a:r>
              <a:rPr sz="2100" b="1" spc="-10" dirty="0">
                <a:latin typeface="Calibri"/>
                <a:cs typeface="Calibri"/>
              </a:rPr>
              <a:t>l </a:t>
            </a:r>
            <a:r>
              <a:rPr sz="2100" b="1" spc="-15" dirty="0">
                <a:latin typeface="Calibri"/>
                <a:cs typeface="Calibri"/>
              </a:rPr>
              <a:t>j</a:t>
            </a:r>
            <a:r>
              <a:rPr sz="2100" b="1" spc="-30" dirty="0">
                <a:latin typeface="Calibri"/>
                <a:cs typeface="Calibri"/>
              </a:rPr>
              <a:t>u</a:t>
            </a:r>
            <a:r>
              <a:rPr sz="2100" b="1" spc="-20" dirty="0">
                <a:latin typeface="Calibri"/>
                <a:cs typeface="Calibri"/>
              </a:rPr>
              <a:t>d</a:t>
            </a:r>
            <a:r>
              <a:rPr sz="2100" b="1" spc="-5" dirty="0">
                <a:latin typeface="Calibri"/>
                <a:cs typeface="Calibri"/>
              </a:rPr>
              <a:t>g</a:t>
            </a:r>
            <a:r>
              <a:rPr sz="2100" b="1" spc="-25" dirty="0">
                <a:latin typeface="Calibri"/>
                <a:cs typeface="Calibri"/>
              </a:rPr>
              <a:t>m</a:t>
            </a:r>
            <a:r>
              <a:rPr sz="2100" b="1" spc="-10" dirty="0">
                <a:latin typeface="Calibri"/>
                <a:cs typeface="Calibri"/>
              </a:rPr>
              <a:t>e</a:t>
            </a:r>
            <a:r>
              <a:rPr sz="2100" b="1" spc="-30" dirty="0">
                <a:latin typeface="Calibri"/>
                <a:cs typeface="Calibri"/>
              </a:rPr>
              <a:t>n</a:t>
            </a:r>
            <a:r>
              <a:rPr sz="2100" b="1" spc="-20" dirty="0">
                <a:latin typeface="Calibri"/>
                <a:cs typeface="Calibri"/>
              </a:rPr>
              <a:t>t</a:t>
            </a:r>
            <a:r>
              <a:rPr sz="2100" b="1" spc="-10" dirty="0">
                <a:latin typeface="Calibri"/>
                <a:cs typeface="Calibri"/>
              </a:rPr>
              <a:t>s</a:t>
            </a:r>
            <a:r>
              <a:rPr sz="2100" b="1" dirty="0">
                <a:latin typeface="Calibri"/>
                <a:cs typeface="Calibri"/>
              </a:rPr>
              <a:t> </a:t>
            </a:r>
            <a:r>
              <a:rPr sz="2100" b="1" spc="-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 </a:t>
            </a:r>
            <a:r>
              <a:rPr sz="1900" spc="-10" dirty="0">
                <a:latin typeface="Calibri"/>
                <a:cs typeface="Calibri"/>
              </a:rPr>
              <a:t>w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h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b</a:t>
            </a:r>
            <a:r>
              <a:rPr sz="1900" b="1" i="1" spc="-10" dirty="0">
                <a:latin typeface="Calibri"/>
                <a:cs typeface="Calibri"/>
              </a:rPr>
              <a:t>a</a:t>
            </a:r>
            <a:r>
              <a:rPr sz="1900" b="1" i="1" dirty="0">
                <a:latin typeface="Calibri"/>
                <a:cs typeface="Calibri"/>
              </a:rPr>
              <a:t>d,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g</a:t>
            </a:r>
            <a:r>
              <a:rPr sz="1900" b="1" i="1" dirty="0">
                <a:latin typeface="Calibri"/>
                <a:cs typeface="Calibri"/>
              </a:rPr>
              <a:t>ood,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n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spc="-10" dirty="0">
                <a:latin typeface="Calibri"/>
                <a:cs typeface="Calibri"/>
              </a:rPr>
              <a:t>ce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5" dirty="0">
                <a:latin typeface="Calibri"/>
                <a:cs typeface="Calibri"/>
              </a:rPr>
              <a:t>r</a:t>
            </a:r>
            <a:r>
              <a:rPr sz="1900" b="1" i="1" spc="-5" dirty="0">
                <a:latin typeface="Calibri"/>
                <a:cs typeface="Calibri"/>
              </a:rPr>
              <a:t>ri</a:t>
            </a:r>
            <a:r>
              <a:rPr sz="1900" b="1" i="1" spc="-10" dirty="0">
                <a:latin typeface="Calibri"/>
                <a:cs typeface="Calibri"/>
              </a:rPr>
              <a:t>b</a:t>
            </a:r>
            <a:r>
              <a:rPr sz="1900" b="1" i="1" spc="-5" dirty="0">
                <a:latin typeface="Calibri"/>
                <a:cs typeface="Calibri"/>
              </a:rPr>
              <a:t>le</a:t>
            </a:r>
            <a:r>
              <a:rPr sz="1900" b="1" i="1" dirty="0">
                <a:latin typeface="Calibri"/>
                <a:cs typeface="Calibri"/>
              </a:rPr>
              <a:t>, 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dirty="0">
                <a:latin typeface="Calibri"/>
                <a:cs typeface="Calibri"/>
              </a:rPr>
              <a:t>u</a:t>
            </a:r>
            <a:r>
              <a:rPr sz="1900" b="1" i="1" spc="-10" dirty="0">
                <a:latin typeface="Calibri"/>
                <a:cs typeface="Calibri"/>
              </a:rPr>
              <a:t>p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dirty="0">
                <a:latin typeface="Calibri"/>
                <a:cs typeface="Calibri"/>
              </a:rPr>
              <a:t>d,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spc="-5" dirty="0">
                <a:latin typeface="Calibri"/>
                <a:cs typeface="Calibri"/>
              </a:rPr>
              <a:t>tr</a:t>
            </a:r>
            <a:r>
              <a:rPr sz="1900" b="1" i="1" spc="-10" dirty="0">
                <a:latin typeface="Calibri"/>
                <a:cs typeface="Calibri"/>
              </a:rPr>
              <a:t>u</a:t>
            </a:r>
            <a:r>
              <a:rPr sz="1900" b="1" i="1" spc="-5" dirty="0">
                <a:latin typeface="Calibri"/>
                <a:cs typeface="Calibri"/>
              </a:rPr>
              <a:t>e, </a:t>
            </a:r>
            <a:r>
              <a:rPr sz="1900" b="1" i="1" dirty="0">
                <a:latin typeface="Calibri"/>
                <a:cs typeface="Calibri"/>
              </a:rPr>
              <a:t>p</a:t>
            </a:r>
            <a:r>
              <a:rPr sz="1900" b="1" i="1" spc="-10" dirty="0">
                <a:latin typeface="Calibri"/>
                <a:cs typeface="Calibri"/>
              </a:rPr>
              <a:t>u</a:t>
            </a:r>
            <a:r>
              <a:rPr sz="1900" b="1" i="1" spc="5" dirty="0">
                <a:latin typeface="Calibri"/>
                <a:cs typeface="Calibri"/>
              </a:rPr>
              <a:t>r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10" dirty="0">
                <a:latin typeface="Calibri"/>
                <a:cs typeface="Calibri"/>
              </a:rPr>
              <a:t> </a:t>
            </a:r>
            <a:r>
              <a:rPr sz="1900" i="1" spc="-5" dirty="0">
                <a:latin typeface="Calibri"/>
                <a:cs typeface="Calibri"/>
              </a:rPr>
              <a:t>e</a:t>
            </a:r>
            <a:r>
              <a:rPr sz="1900" i="1" spc="-10" dirty="0">
                <a:latin typeface="Calibri"/>
                <a:cs typeface="Calibri"/>
              </a:rPr>
              <a:t>t</a:t>
            </a:r>
            <a:r>
              <a:rPr sz="1900" i="1" dirty="0">
                <a:latin typeface="Calibri"/>
                <a:cs typeface="Calibri"/>
              </a:rPr>
              <a:t>c.</a:t>
            </a:r>
            <a:endParaRPr sz="1900" dirty="0">
              <a:latin typeface="Calibri"/>
              <a:cs typeface="Calibri"/>
            </a:endParaRPr>
          </a:p>
          <a:p>
            <a:pPr marL="12700" marR="690880">
              <a:lnSpc>
                <a:spcPts val="2100"/>
              </a:lnSpc>
              <a:spcBef>
                <a:spcPts val="680"/>
              </a:spcBef>
            </a:pPr>
            <a:r>
              <a:rPr sz="2100" b="1" spc="-15" dirty="0">
                <a:latin typeface="Calibri"/>
                <a:cs typeface="Calibri"/>
              </a:rPr>
              <a:t>Extr</a:t>
            </a:r>
            <a:r>
              <a:rPr sz="2100" b="1" spc="-10" dirty="0">
                <a:latin typeface="Calibri"/>
                <a:cs typeface="Calibri"/>
              </a:rPr>
              <a:t>e</a:t>
            </a:r>
            <a:r>
              <a:rPr sz="2100" b="1" spc="-25" dirty="0">
                <a:latin typeface="Calibri"/>
                <a:cs typeface="Calibri"/>
              </a:rPr>
              <a:t>m</a:t>
            </a:r>
            <a:r>
              <a:rPr sz="2100" b="1" spc="-10" dirty="0">
                <a:latin typeface="Calibri"/>
                <a:cs typeface="Calibri"/>
              </a:rPr>
              <a:t>es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 </a:t>
            </a:r>
            <a:r>
              <a:rPr sz="1900" spc="-5" dirty="0">
                <a:latin typeface="Calibri"/>
                <a:cs typeface="Calibri"/>
              </a:rPr>
              <a:t>e.g</a:t>
            </a:r>
            <a:r>
              <a:rPr sz="1900" dirty="0">
                <a:latin typeface="Calibri"/>
                <a:cs typeface="Calibri"/>
              </a:rPr>
              <a:t>. </a:t>
            </a:r>
            <a:r>
              <a:rPr sz="1900" b="1" i="1" dirty="0">
                <a:latin typeface="Calibri"/>
                <a:cs typeface="Calibri"/>
              </a:rPr>
              <a:t>p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-5" dirty="0">
                <a:latin typeface="Calibri"/>
                <a:cs typeface="Calibri"/>
              </a:rPr>
              <a:t>rfe</a:t>
            </a:r>
            <a:r>
              <a:rPr sz="1900" b="1" i="1" spc="-10" dirty="0">
                <a:latin typeface="Calibri"/>
                <a:cs typeface="Calibri"/>
              </a:rPr>
              <a:t>c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dirty="0">
                <a:latin typeface="Calibri"/>
                <a:cs typeface="Calibri"/>
              </a:rPr>
              <a:t>, 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dirty="0">
                <a:latin typeface="Calibri"/>
                <a:cs typeface="Calibri"/>
              </a:rPr>
              <a:t>d</a:t>
            </a:r>
            <a:r>
              <a:rPr sz="1900" b="1" i="1" spc="-5" dirty="0">
                <a:latin typeface="Calibri"/>
                <a:cs typeface="Calibri"/>
              </a:rPr>
              <a:t>e</a:t>
            </a:r>
            <a:r>
              <a:rPr sz="1900" b="1" i="1" spc="-10" dirty="0">
                <a:latin typeface="Calibri"/>
                <a:cs typeface="Calibri"/>
              </a:rPr>
              <a:t>a</a:t>
            </a:r>
            <a:r>
              <a:rPr sz="1900" b="1" i="1" dirty="0">
                <a:latin typeface="Calibri"/>
                <a:cs typeface="Calibri"/>
              </a:rPr>
              <a:t>l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dirty="0">
                <a:latin typeface="Calibri"/>
                <a:cs typeface="Calibri"/>
              </a:rPr>
              <a:t>o</a:t>
            </a:r>
            <a:r>
              <a:rPr sz="1900" b="1" i="1" spc="-5" dirty="0">
                <a:latin typeface="Calibri"/>
                <a:cs typeface="Calibri"/>
              </a:rPr>
              <a:t>l</a:t>
            </a:r>
            <a:r>
              <a:rPr sz="1900" b="1" i="1" spc="-10" dirty="0">
                <a:latin typeface="Calibri"/>
                <a:cs typeface="Calibri"/>
              </a:rPr>
              <a:t>u</a:t>
            </a:r>
            <a:r>
              <a:rPr sz="1900" b="1" i="1" spc="-5" dirty="0">
                <a:latin typeface="Calibri"/>
                <a:cs typeface="Calibri"/>
              </a:rPr>
              <a:t>ti</a:t>
            </a:r>
            <a:r>
              <a:rPr sz="1900" b="1" i="1" dirty="0">
                <a:latin typeface="Calibri"/>
                <a:cs typeface="Calibri"/>
              </a:rPr>
              <a:t>on,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obv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spc="-10" dirty="0">
                <a:latin typeface="Calibri"/>
                <a:cs typeface="Calibri"/>
              </a:rPr>
              <a:t>o</a:t>
            </a:r>
            <a:r>
              <a:rPr sz="1900" b="1" i="1" dirty="0">
                <a:latin typeface="Calibri"/>
                <a:cs typeface="Calibri"/>
              </a:rPr>
              <a:t>u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spc="-5" dirty="0">
                <a:latin typeface="Calibri"/>
                <a:cs typeface="Calibri"/>
              </a:rPr>
              <a:t>ly</a:t>
            </a:r>
            <a:r>
              <a:rPr sz="1900" b="1" i="1" dirty="0">
                <a:latin typeface="Calibri"/>
                <a:cs typeface="Calibri"/>
              </a:rPr>
              <a:t>, </a:t>
            </a:r>
            <a:r>
              <a:rPr sz="1900" b="1" i="1" spc="-10" dirty="0">
                <a:latin typeface="Calibri"/>
                <a:cs typeface="Calibri"/>
              </a:rPr>
              <a:t>c</a:t>
            </a:r>
            <a:r>
              <a:rPr sz="1900" b="1" i="1" spc="-5" dirty="0">
                <a:latin typeface="Calibri"/>
                <a:cs typeface="Calibri"/>
              </a:rPr>
              <a:t>l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a</a:t>
            </a:r>
            <a:r>
              <a:rPr sz="1900" b="1" i="1" spc="-5" dirty="0">
                <a:latin typeface="Calibri"/>
                <a:cs typeface="Calibri"/>
              </a:rPr>
              <a:t>rl</a:t>
            </a:r>
            <a:r>
              <a:rPr sz="1900" b="1" i="1" dirty="0">
                <a:latin typeface="Calibri"/>
                <a:cs typeface="Calibri"/>
              </a:rPr>
              <a:t>y</a:t>
            </a:r>
            <a:r>
              <a:rPr sz="1900" b="1" i="1" spc="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 j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g</a:t>
            </a:r>
            <a:r>
              <a:rPr sz="1900" spc="-10" dirty="0">
                <a:latin typeface="Calibri"/>
                <a:cs typeface="Calibri"/>
              </a:rPr>
              <a:t>m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t)</a:t>
            </a:r>
            <a:endParaRPr sz="1900" dirty="0">
              <a:latin typeface="Calibri"/>
              <a:cs typeface="Calibri"/>
            </a:endParaRPr>
          </a:p>
          <a:p>
            <a:pPr marL="12700" marR="7620">
              <a:lnSpc>
                <a:spcPct val="90800"/>
              </a:lnSpc>
              <a:spcBef>
                <a:spcPts val="495"/>
              </a:spcBef>
            </a:pPr>
            <a:r>
              <a:rPr sz="2050" b="1" spc="-5" dirty="0">
                <a:latin typeface="Calibri"/>
                <a:cs typeface="Calibri"/>
              </a:rPr>
              <a:t>I</a:t>
            </a:r>
            <a:r>
              <a:rPr sz="2050" b="1" spc="35" dirty="0">
                <a:latin typeface="Calibri"/>
                <a:cs typeface="Calibri"/>
              </a:rPr>
              <a:t>m</a:t>
            </a:r>
            <a:r>
              <a:rPr sz="2050" b="1" spc="-5" dirty="0">
                <a:latin typeface="Calibri"/>
                <a:cs typeface="Calibri"/>
              </a:rPr>
              <a:t>p</a:t>
            </a:r>
            <a:r>
              <a:rPr sz="2050" b="1" spc="5" dirty="0">
                <a:latin typeface="Calibri"/>
                <a:cs typeface="Calibri"/>
              </a:rPr>
              <a:t>r</a:t>
            </a:r>
            <a:r>
              <a:rPr sz="2050" b="1" spc="25" dirty="0">
                <a:latin typeface="Calibri"/>
                <a:cs typeface="Calibri"/>
              </a:rPr>
              <a:t>e</a:t>
            </a:r>
            <a:r>
              <a:rPr sz="2050" b="1" spc="15" dirty="0">
                <a:latin typeface="Calibri"/>
                <a:cs typeface="Calibri"/>
              </a:rPr>
              <a:t>c</a:t>
            </a:r>
            <a:r>
              <a:rPr sz="2050" b="1" dirty="0">
                <a:latin typeface="Calibri"/>
                <a:cs typeface="Calibri"/>
              </a:rPr>
              <a:t>is</a:t>
            </a:r>
            <a:r>
              <a:rPr sz="2050" b="1" spc="10" dirty="0">
                <a:latin typeface="Calibri"/>
                <a:cs typeface="Calibri"/>
              </a:rPr>
              <a:t>ion</a:t>
            </a:r>
            <a:r>
              <a:rPr sz="205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 </a:t>
            </a:r>
            <a:r>
              <a:rPr sz="1900" spc="-5" dirty="0">
                <a:latin typeface="Calibri"/>
                <a:cs typeface="Calibri"/>
              </a:rPr>
              <a:t>e.g</a:t>
            </a:r>
            <a:r>
              <a:rPr sz="1900" dirty="0">
                <a:latin typeface="Calibri"/>
                <a:cs typeface="Calibri"/>
              </a:rPr>
              <a:t>. 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dirty="0">
                <a:latin typeface="Calibri"/>
                <a:cs typeface="Calibri"/>
              </a:rPr>
              <a:t>oda</a:t>
            </a:r>
            <a:r>
              <a:rPr sz="1900" b="1" i="1" spc="-10" dirty="0">
                <a:latin typeface="Calibri"/>
                <a:cs typeface="Calibri"/>
              </a:rPr>
              <a:t>y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n</a:t>
            </a:r>
            <a:r>
              <a:rPr sz="1900" b="1" i="1" spc="-10" dirty="0">
                <a:latin typeface="Calibri"/>
                <a:cs typeface="Calibri"/>
              </a:rPr>
              <a:t>o</a:t>
            </a:r>
            <a:r>
              <a:rPr sz="1900" b="1" i="1" spc="-5" dirty="0">
                <a:latin typeface="Calibri"/>
                <a:cs typeface="Calibri"/>
              </a:rPr>
              <a:t>w</a:t>
            </a:r>
            <a:r>
              <a:rPr sz="1900" b="1" i="1" dirty="0">
                <a:latin typeface="Calibri"/>
                <a:cs typeface="Calibri"/>
              </a:rPr>
              <a:t>ada</a:t>
            </a:r>
            <a:r>
              <a:rPr sz="1900" b="1" i="1" spc="-10" dirty="0">
                <a:latin typeface="Calibri"/>
                <a:cs typeface="Calibri"/>
              </a:rPr>
              <a:t>y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m</a:t>
            </a:r>
            <a:r>
              <a:rPr sz="1900" b="1" i="1" dirty="0">
                <a:latin typeface="Calibri"/>
                <a:cs typeface="Calibri"/>
              </a:rPr>
              <a:t>od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-5" dirty="0">
                <a:latin typeface="Calibri"/>
                <a:cs typeface="Calibri"/>
              </a:rPr>
              <a:t>r</a:t>
            </a:r>
            <a:r>
              <a:rPr sz="1900" b="1" i="1" dirty="0">
                <a:latin typeface="Calibri"/>
                <a:cs typeface="Calibri"/>
              </a:rPr>
              <a:t>n </a:t>
            </a:r>
            <a:r>
              <a:rPr sz="1900" b="1" i="1" spc="5" dirty="0">
                <a:latin typeface="Calibri"/>
                <a:cs typeface="Calibri"/>
              </a:rPr>
              <a:t>t</a:t>
            </a:r>
            <a:r>
              <a:rPr sz="1900" b="1" i="1" spc="-10" dirty="0">
                <a:latin typeface="Calibri"/>
                <a:cs typeface="Calibri"/>
              </a:rPr>
              <a:t>i</a:t>
            </a:r>
            <a:r>
              <a:rPr sz="1900" b="1" i="1" dirty="0">
                <a:latin typeface="Calibri"/>
                <a:cs typeface="Calibri"/>
              </a:rPr>
              <a:t>m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s</a:t>
            </a:r>
            <a:r>
              <a:rPr sz="1900" b="1" i="1" spc="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(t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y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om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rr</a:t>
            </a:r>
            <a:r>
              <a:rPr sz="1900" dirty="0">
                <a:latin typeface="Calibri"/>
                <a:cs typeface="Calibri"/>
              </a:rPr>
              <a:t>ow’s </a:t>
            </a:r>
            <a:r>
              <a:rPr sz="1900" spc="-5" dirty="0">
                <a:latin typeface="Calibri"/>
                <a:cs typeface="Calibri"/>
              </a:rPr>
              <a:t>ye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er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y)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spc="-10" dirty="0">
                <a:latin typeface="Calibri"/>
                <a:cs typeface="Calibri"/>
              </a:rPr>
              <a:t>o</a:t>
            </a:r>
            <a:r>
              <a:rPr sz="1900" b="1" i="1" dirty="0">
                <a:latin typeface="Calibri"/>
                <a:cs typeface="Calibri"/>
              </a:rPr>
              <a:t>on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w s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?</a:t>
            </a:r>
            <a:r>
              <a:rPr sz="1900" spc="-5" dirty="0">
                <a:latin typeface="Calibri"/>
                <a:cs typeface="Calibri"/>
              </a:rPr>
              <a:t>)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-5" dirty="0">
                <a:latin typeface="Calibri"/>
                <a:cs typeface="Calibri"/>
              </a:rPr>
              <a:t>e</a:t>
            </a:r>
            <a:r>
              <a:rPr sz="1900" b="1" i="1" spc="-10" dirty="0">
                <a:latin typeface="Calibri"/>
                <a:cs typeface="Calibri"/>
              </a:rPr>
              <a:t>m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spc="-5" dirty="0">
                <a:latin typeface="Calibri"/>
                <a:cs typeface="Calibri"/>
              </a:rPr>
              <a:t>e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m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spc="-10" dirty="0">
                <a:latin typeface="Calibri"/>
                <a:cs typeface="Calibri"/>
              </a:rPr>
              <a:t>n</a:t>
            </a:r>
            <a:r>
              <a:rPr sz="1900" b="1" i="1" dirty="0">
                <a:latin typeface="Calibri"/>
                <a:cs typeface="Calibri"/>
              </a:rPr>
              <a:t>g</a:t>
            </a:r>
            <a:r>
              <a:rPr sz="1900" b="1" i="1" spc="-5" dirty="0">
                <a:latin typeface="Calibri"/>
                <a:cs typeface="Calibri"/>
              </a:rPr>
              <a:t>ly</a:t>
            </a:r>
            <a:r>
              <a:rPr sz="1900" b="1" i="1" dirty="0">
                <a:latin typeface="Calibri"/>
                <a:cs typeface="Calibri"/>
              </a:rPr>
              <a:t>, </a:t>
            </a:r>
            <a:r>
              <a:rPr sz="1900" b="1" i="1" spc="-5" dirty="0">
                <a:latin typeface="Calibri"/>
                <a:cs typeface="Calibri"/>
              </a:rPr>
              <a:t>w</a:t>
            </a:r>
            <a:r>
              <a:rPr sz="1900" b="1" i="1" dirty="0">
                <a:latin typeface="Calibri"/>
                <a:cs typeface="Calibri"/>
              </a:rPr>
              <a:t>o</a:t>
            </a:r>
            <a:r>
              <a:rPr sz="1900" b="1" i="1" spc="-10" dirty="0">
                <a:latin typeface="Calibri"/>
                <a:cs typeface="Calibri"/>
              </a:rPr>
              <a:t>u</a:t>
            </a:r>
            <a:r>
              <a:rPr sz="1900" b="1" i="1" spc="-5" dirty="0">
                <a:latin typeface="Calibri"/>
                <a:cs typeface="Calibri"/>
              </a:rPr>
              <a:t>l</a:t>
            </a:r>
            <a:r>
              <a:rPr sz="1900" b="1" i="1" dirty="0">
                <a:latin typeface="Calibri"/>
                <a:cs typeface="Calibri"/>
              </a:rPr>
              <a:t>d 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-5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m 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dirty="0">
                <a:latin typeface="Calibri"/>
                <a:cs typeface="Calibri"/>
              </a:rPr>
              <a:t>o </a:t>
            </a:r>
            <a:r>
              <a:rPr sz="1900" b="1" i="1" spc="-5" dirty="0">
                <a:latin typeface="Calibri"/>
                <a:cs typeface="Calibri"/>
              </a:rPr>
              <a:t>s</a:t>
            </a:r>
            <a:r>
              <a:rPr sz="1900" b="1" i="1" dirty="0">
                <a:latin typeface="Calibri"/>
                <a:cs typeface="Calibri"/>
              </a:rPr>
              <a:t>how </a:t>
            </a: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o s</a:t>
            </a:r>
            <a:r>
              <a:rPr sz="1900" spc="-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ow 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? </a:t>
            </a:r>
            <a:r>
              <a:rPr sz="1900" spc="-5" dirty="0">
                <a:latin typeface="Calibri"/>
                <a:cs typeface="Calibri"/>
              </a:rPr>
              <a:t>M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rk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v </a:t>
            </a:r>
            <a:r>
              <a:rPr sz="1900" spc="-5" dirty="0">
                <a:latin typeface="Calibri"/>
                <a:cs typeface="Calibri"/>
              </a:rPr>
              <a:t>ev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?</a:t>
            </a:r>
            <a:r>
              <a:rPr sz="1900" spc="-5" dirty="0">
                <a:latin typeface="Calibri"/>
                <a:cs typeface="Calibri"/>
              </a:rPr>
              <a:t>)</a:t>
            </a:r>
            <a:r>
              <a:rPr sz="1900" dirty="0">
                <a:latin typeface="Calibri"/>
                <a:cs typeface="Calibri"/>
              </a:rPr>
              <a:t>, 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b="1" i="1" spc="-5" dirty="0">
                <a:latin typeface="Calibri"/>
                <a:cs typeface="Calibri"/>
              </a:rPr>
              <a:t>fe</a:t>
            </a:r>
            <a:r>
              <a:rPr sz="1900" b="1" i="1" spc="-15" dirty="0">
                <a:latin typeface="Calibri"/>
                <a:cs typeface="Calibri"/>
              </a:rPr>
              <a:t>w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m</a:t>
            </a:r>
            <a:r>
              <a:rPr sz="1900" b="1" i="1" spc="-10" dirty="0">
                <a:latin typeface="Calibri"/>
                <a:cs typeface="Calibri"/>
              </a:rPr>
              <a:t>o</a:t>
            </a:r>
            <a:r>
              <a:rPr sz="1900" b="1" i="1" spc="5" dirty="0">
                <a:latin typeface="Calibri"/>
                <a:cs typeface="Calibri"/>
              </a:rPr>
              <a:t>s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dirty="0">
                <a:latin typeface="Calibri"/>
                <a:cs typeface="Calibri"/>
              </a:rPr>
              <a:t>, a</a:t>
            </a:r>
            <a:r>
              <a:rPr sz="1900" b="1" i="1" spc="-5" dirty="0">
                <a:latin typeface="Calibri"/>
                <a:cs typeface="Calibri"/>
              </a:rPr>
              <a:t>ll</a:t>
            </a:r>
            <a:r>
              <a:rPr sz="1900" b="1" i="1" dirty="0">
                <a:latin typeface="Calibri"/>
                <a:cs typeface="Calibri"/>
              </a:rPr>
              <a:t>, an</a:t>
            </a:r>
            <a:r>
              <a:rPr sz="1900" b="1" i="1" spc="-5" dirty="0">
                <a:latin typeface="Calibri"/>
                <a:cs typeface="Calibri"/>
              </a:rPr>
              <a:t>y, 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10" dirty="0">
                <a:latin typeface="Calibri"/>
                <a:cs typeface="Calibri"/>
              </a:rPr>
              <a:t>v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-5" dirty="0">
                <a:latin typeface="Calibri"/>
                <a:cs typeface="Calibri"/>
              </a:rPr>
              <a:t>ry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m</a:t>
            </a:r>
            <a:r>
              <a:rPr sz="1900" b="1" i="1" dirty="0">
                <a:latin typeface="Calibri"/>
                <a:cs typeface="Calibri"/>
              </a:rPr>
              <a:t>u</a:t>
            </a:r>
            <a:r>
              <a:rPr sz="1900" b="1" i="1" spc="-10" dirty="0">
                <a:latin typeface="Calibri"/>
                <a:cs typeface="Calibri"/>
              </a:rPr>
              <a:t>c</a:t>
            </a:r>
            <a:r>
              <a:rPr sz="1900" b="1" i="1" dirty="0">
                <a:latin typeface="Calibri"/>
                <a:cs typeface="Calibri"/>
              </a:rPr>
              <a:t>h,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man</a:t>
            </a:r>
            <a:r>
              <a:rPr sz="1900" b="1" i="1" spc="-10" dirty="0">
                <a:latin typeface="Calibri"/>
                <a:cs typeface="Calibri"/>
              </a:rPr>
              <a:t>y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n</a:t>
            </a:r>
            <a:r>
              <a:rPr sz="1900" b="1" i="1" spc="-10" dirty="0">
                <a:latin typeface="Calibri"/>
                <a:cs typeface="Calibri"/>
              </a:rPr>
              <a:t>u</a:t>
            </a:r>
            <a:r>
              <a:rPr sz="1900" b="1" i="1" dirty="0">
                <a:latin typeface="Calibri"/>
                <a:cs typeface="Calibri"/>
              </a:rPr>
              <a:t>mb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r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of </a:t>
            </a:r>
            <a:r>
              <a:rPr sz="1900" b="1" i="1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w m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y</a:t>
            </a:r>
            <a:r>
              <a:rPr sz="1900" dirty="0">
                <a:latin typeface="Calibri"/>
                <a:cs typeface="Calibri"/>
              </a:rPr>
              <a:t>? Q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nt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m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5" dirty="0">
                <a:latin typeface="Calibri"/>
                <a:cs typeface="Calibri"/>
              </a:rPr>
              <a:t>p</a:t>
            </a:r>
            <a:r>
              <a:rPr sz="1900" spc="-5" dirty="0">
                <a:latin typeface="Calibri"/>
                <a:cs typeface="Calibri"/>
              </a:rPr>
              <a:t>referre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.</a:t>
            </a:r>
            <a:r>
              <a:rPr sz="1900" dirty="0">
                <a:latin typeface="Calibri"/>
                <a:cs typeface="Calibri"/>
              </a:rPr>
              <a:t>)</a:t>
            </a:r>
          </a:p>
          <a:p>
            <a:pPr marL="12700" marR="481330">
              <a:lnSpc>
                <a:spcPts val="2100"/>
              </a:lnSpc>
              <a:spcBef>
                <a:spcPts val="680"/>
              </a:spcBef>
            </a:pPr>
            <a:r>
              <a:rPr sz="2100" b="1" spc="-20" dirty="0">
                <a:latin typeface="Calibri"/>
                <a:cs typeface="Calibri"/>
              </a:rPr>
              <a:t>V</a:t>
            </a:r>
            <a:r>
              <a:rPr sz="2100" b="1" spc="-10" dirty="0">
                <a:latin typeface="Calibri"/>
                <a:cs typeface="Calibri"/>
              </a:rPr>
              <a:t>a</a:t>
            </a:r>
            <a:r>
              <a:rPr sz="2100" b="1" spc="-20" dirty="0">
                <a:latin typeface="Calibri"/>
                <a:cs typeface="Calibri"/>
              </a:rPr>
              <a:t>gu</a:t>
            </a:r>
            <a:r>
              <a:rPr sz="2100" b="1" spc="-15" dirty="0">
                <a:latin typeface="Calibri"/>
                <a:cs typeface="Calibri"/>
              </a:rPr>
              <a:t>e</a:t>
            </a:r>
            <a:r>
              <a:rPr sz="2100" b="1" spc="-30" dirty="0">
                <a:latin typeface="Calibri"/>
                <a:cs typeface="Calibri"/>
              </a:rPr>
              <a:t>n</a:t>
            </a:r>
            <a:r>
              <a:rPr sz="2100" b="1" spc="-10" dirty="0">
                <a:latin typeface="Calibri"/>
                <a:cs typeface="Calibri"/>
              </a:rPr>
              <a:t>e</a:t>
            </a:r>
            <a:r>
              <a:rPr sz="2100" b="1" spc="-25" dirty="0">
                <a:latin typeface="Calibri"/>
                <a:cs typeface="Calibri"/>
              </a:rPr>
              <a:t>s</a:t>
            </a:r>
            <a:r>
              <a:rPr sz="2100" b="1" spc="-10" dirty="0">
                <a:latin typeface="Calibri"/>
                <a:cs typeface="Calibri"/>
              </a:rPr>
              <a:t>s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 </a:t>
            </a:r>
            <a:r>
              <a:rPr sz="1900" spc="-5" dirty="0">
                <a:latin typeface="Calibri"/>
                <a:cs typeface="Calibri"/>
              </a:rPr>
              <a:t>e.g</a:t>
            </a:r>
            <a:r>
              <a:rPr sz="1900" dirty="0">
                <a:latin typeface="Calibri"/>
                <a:cs typeface="Calibri"/>
              </a:rPr>
              <a:t>. </a:t>
            </a:r>
            <a:r>
              <a:rPr sz="1900" b="1" i="1" spc="-5" dirty="0">
                <a:latin typeface="Calibri"/>
                <a:cs typeface="Calibri"/>
              </a:rPr>
              <a:t>l</a:t>
            </a:r>
            <a:r>
              <a:rPr sz="1900" b="1" i="1" dirty="0">
                <a:latin typeface="Calibri"/>
                <a:cs typeface="Calibri"/>
              </a:rPr>
              <a:t>o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dirty="0">
                <a:latin typeface="Calibri"/>
                <a:cs typeface="Calibri"/>
              </a:rPr>
              <a:t>s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</a:t>
            </a:r>
            <a:r>
              <a:rPr sz="1900" b="1" i="1" spc="-5" dirty="0">
                <a:latin typeface="Calibri"/>
                <a:cs typeface="Calibri"/>
              </a:rPr>
              <a:t>f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k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dirty="0">
                <a:latin typeface="Calibri"/>
                <a:cs typeface="Calibri"/>
              </a:rPr>
              <a:t>nd o</a:t>
            </a:r>
            <a:r>
              <a:rPr sz="1900" b="1" i="1" spc="-5" dirty="0">
                <a:latin typeface="Calibri"/>
                <a:cs typeface="Calibri"/>
              </a:rPr>
              <a:t>f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-5" dirty="0">
                <a:latin typeface="Calibri"/>
                <a:cs typeface="Calibri"/>
              </a:rPr>
              <a:t> ty</a:t>
            </a:r>
            <a:r>
              <a:rPr sz="1900" b="1" i="1" dirty="0">
                <a:latin typeface="Calibri"/>
                <a:cs typeface="Calibri"/>
              </a:rPr>
              <a:t>pe </a:t>
            </a:r>
            <a:r>
              <a:rPr sz="1900" b="1" i="1" spc="-10" dirty="0">
                <a:latin typeface="Calibri"/>
                <a:cs typeface="Calibri"/>
              </a:rPr>
              <a:t>o</a:t>
            </a:r>
            <a:r>
              <a:rPr sz="1900" b="1" i="1" spc="-5" dirty="0">
                <a:latin typeface="Calibri"/>
                <a:cs typeface="Calibri"/>
              </a:rPr>
              <a:t>f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spc="-5" dirty="0">
                <a:latin typeface="Calibri"/>
                <a:cs typeface="Calibri"/>
              </a:rPr>
              <a:t>s</a:t>
            </a:r>
            <a:r>
              <a:rPr sz="1900" b="1" i="1" dirty="0">
                <a:latin typeface="Calibri"/>
                <a:cs typeface="Calibri"/>
              </a:rPr>
              <a:t>om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5" dirty="0">
                <a:latin typeface="Calibri"/>
                <a:cs typeface="Calibri"/>
              </a:rPr>
              <a:t>t</a:t>
            </a:r>
            <a:r>
              <a:rPr sz="1900" b="1" i="1" spc="-10" dirty="0">
                <a:latin typeface="Calibri"/>
                <a:cs typeface="Calibri"/>
              </a:rPr>
              <a:t>h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dirty="0">
                <a:latin typeface="Calibri"/>
                <a:cs typeface="Calibri"/>
              </a:rPr>
              <a:t>ng </a:t>
            </a:r>
            <a:r>
              <a:rPr sz="1900" b="1" i="1" spc="-5" dirty="0">
                <a:latin typeface="Calibri"/>
                <a:cs typeface="Calibri"/>
              </a:rPr>
              <a:t>l</a:t>
            </a:r>
            <a:r>
              <a:rPr sz="1900" b="1" i="1" spc="-10" dirty="0">
                <a:latin typeface="Calibri"/>
                <a:cs typeface="Calibri"/>
              </a:rPr>
              <a:t>i</a:t>
            </a:r>
            <a:r>
              <a:rPr sz="1900" b="1" i="1" dirty="0">
                <a:latin typeface="Calibri"/>
                <a:cs typeface="Calibri"/>
              </a:rPr>
              <a:t>k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ju</a:t>
            </a:r>
            <a:r>
              <a:rPr sz="1900" b="1" i="1" spc="-5" dirty="0">
                <a:latin typeface="Calibri"/>
                <a:cs typeface="Calibri"/>
              </a:rPr>
              <a:t>s</a:t>
            </a:r>
            <a:r>
              <a:rPr sz="1900" b="1" i="1" dirty="0">
                <a:latin typeface="Calibri"/>
                <a:cs typeface="Calibri"/>
              </a:rPr>
              <a:t>t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abo</a:t>
            </a:r>
            <a:r>
              <a:rPr sz="1900" b="1" i="1" spc="-10" dirty="0">
                <a:latin typeface="Calibri"/>
                <a:cs typeface="Calibri"/>
              </a:rPr>
              <a:t>u</a:t>
            </a:r>
            <a:r>
              <a:rPr sz="1900" b="1" i="1" spc="5" dirty="0">
                <a:latin typeface="Calibri"/>
                <a:cs typeface="Calibri"/>
              </a:rPr>
              <a:t>t</a:t>
            </a:r>
            <a:r>
              <a:rPr sz="1900" b="1" i="1" dirty="0">
                <a:latin typeface="Calibri"/>
                <a:cs typeface="Calibri"/>
              </a:rPr>
              <a:t>, n</a:t>
            </a:r>
            <a:r>
              <a:rPr sz="1900" b="1" i="1" spc="-10" dirty="0">
                <a:latin typeface="Calibri"/>
                <a:cs typeface="Calibri"/>
              </a:rPr>
              <a:t>u</a:t>
            </a:r>
            <a:r>
              <a:rPr sz="1900" b="1" i="1" dirty="0">
                <a:latin typeface="Calibri"/>
                <a:cs typeface="Calibri"/>
              </a:rPr>
              <a:t>mb</a:t>
            </a:r>
            <a:r>
              <a:rPr sz="1900" b="1" i="1" spc="-5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r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</a:t>
            </a:r>
            <a:r>
              <a:rPr sz="1900" b="1" i="1" spc="-5" dirty="0">
                <a:latin typeface="Calibri"/>
                <a:cs typeface="Calibri"/>
              </a:rPr>
              <a:t>f</a:t>
            </a:r>
            <a:r>
              <a:rPr sz="1900" b="1" i="1" dirty="0">
                <a:latin typeface="Calibri"/>
                <a:cs typeface="Calibri"/>
              </a:rPr>
              <a:t>,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2100" b="1" spc="-25" dirty="0">
                <a:latin typeface="Calibri"/>
                <a:cs typeface="Calibri"/>
              </a:rPr>
              <a:t>C</a:t>
            </a:r>
            <a:r>
              <a:rPr sz="2100" b="1" spc="-10" dirty="0">
                <a:latin typeface="Calibri"/>
                <a:cs typeface="Calibri"/>
              </a:rPr>
              <a:t>o</a:t>
            </a:r>
            <a:r>
              <a:rPr sz="2100" b="1" spc="-15" dirty="0">
                <a:latin typeface="Calibri"/>
                <a:cs typeface="Calibri"/>
              </a:rPr>
              <a:t>uld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spc="-30" dirty="0">
                <a:latin typeface="Calibri"/>
                <a:cs typeface="Calibri"/>
              </a:rPr>
              <a:t>b</a:t>
            </a:r>
            <a:r>
              <a:rPr sz="2100" b="1" spc="-15" dirty="0">
                <a:latin typeface="Calibri"/>
                <a:cs typeface="Calibri"/>
              </a:rPr>
              <a:t>e</a:t>
            </a:r>
            <a:r>
              <a:rPr sz="2100" b="1" dirty="0">
                <a:latin typeface="Calibri"/>
                <a:cs typeface="Calibri"/>
              </a:rPr>
              <a:t> </a:t>
            </a:r>
            <a:r>
              <a:rPr sz="2100" b="1" spc="-20" dirty="0">
                <a:latin typeface="Calibri"/>
                <a:cs typeface="Calibri"/>
              </a:rPr>
              <a:t>va</a:t>
            </a:r>
            <a:r>
              <a:rPr sz="2100" b="1" spc="-5" dirty="0">
                <a:latin typeface="Calibri"/>
                <a:cs typeface="Calibri"/>
              </a:rPr>
              <a:t>g</a:t>
            </a:r>
            <a:r>
              <a:rPr sz="2100" b="1" spc="-20" dirty="0">
                <a:latin typeface="Calibri"/>
                <a:cs typeface="Calibri"/>
              </a:rPr>
              <a:t>u</a:t>
            </a:r>
            <a:r>
              <a:rPr sz="2100" b="1" spc="-15" dirty="0">
                <a:latin typeface="Calibri"/>
                <a:cs typeface="Calibri"/>
              </a:rPr>
              <a:t>e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 </a:t>
            </a:r>
            <a:r>
              <a:rPr sz="1900" spc="-5" dirty="0">
                <a:latin typeface="Calibri"/>
                <a:cs typeface="Calibri"/>
              </a:rPr>
              <a:t>e.g</a:t>
            </a:r>
            <a:r>
              <a:rPr sz="1900" dirty="0">
                <a:latin typeface="Calibri"/>
                <a:cs typeface="Calibri"/>
              </a:rPr>
              <a:t>.  </a:t>
            </a:r>
            <a:r>
              <a:rPr sz="1900" b="1" i="1" spc="-5" dirty="0">
                <a:latin typeface="Calibri"/>
                <a:cs typeface="Calibri"/>
              </a:rPr>
              <a:t>I</a:t>
            </a:r>
            <a:r>
              <a:rPr sz="1900" b="1" i="1" dirty="0">
                <a:latin typeface="Calibri"/>
                <a:cs typeface="Calibri"/>
              </a:rPr>
              <a:t>n </a:t>
            </a:r>
            <a:r>
              <a:rPr sz="1900" b="1" i="1" spc="-5" dirty="0">
                <a:latin typeface="Calibri"/>
                <a:cs typeface="Calibri"/>
              </a:rPr>
              <a:t>t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5" dirty="0">
                <a:latin typeface="Calibri"/>
                <a:cs typeface="Calibri"/>
              </a:rPr>
              <a:t>r</a:t>
            </a:r>
            <a:r>
              <a:rPr sz="1900" b="1" i="1" spc="-10" dirty="0">
                <a:latin typeface="Calibri"/>
                <a:cs typeface="Calibri"/>
              </a:rPr>
              <a:t>m</a:t>
            </a:r>
            <a:r>
              <a:rPr sz="1900" b="1" i="1" dirty="0">
                <a:latin typeface="Calibri"/>
                <a:cs typeface="Calibri"/>
              </a:rPr>
              <a:t>s</a:t>
            </a:r>
            <a:r>
              <a:rPr sz="1900" b="1" i="1" spc="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</a:t>
            </a:r>
            <a:r>
              <a:rPr sz="1900" b="1" i="1" spc="-5" dirty="0">
                <a:latin typeface="Calibri"/>
                <a:cs typeface="Calibri"/>
              </a:rPr>
              <a:t>f</a:t>
            </a:r>
            <a:r>
              <a:rPr sz="1900" b="1" i="1" dirty="0">
                <a:latin typeface="Calibri"/>
                <a:cs typeface="Calibri"/>
              </a:rPr>
              <a:t>,</a:t>
            </a:r>
            <a:r>
              <a:rPr sz="1900" b="1" i="1" spc="-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d</a:t>
            </a:r>
            <a:r>
              <a:rPr sz="1900" b="1" i="1" spc="-5" dirty="0">
                <a:latin typeface="Calibri"/>
                <a:cs typeface="Calibri"/>
              </a:rPr>
              <a:t>iff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spc="5" dirty="0">
                <a:latin typeface="Calibri"/>
                <a:cs typeface="Calibri"/>
              </a:rPr>
              <a:t>r</a:t>
            </a:r>
            <a:r>
              <a:rPr sz="1900" b="1" i="1" spc="-10" dirty="0">
                <a:latin typeface="Calibri"/>
                <a:cs typeface="Calibri"/>
              </a:rPr>
              <a:t>e</a:t>
            </a:r>
            <a:r>
              <a:rPr sz="1900" b="1" i="1" dirty="0">
                <a:latin typeface="Calibri"/>
                <a:cs typeface="Calibri"/>
              </a:rPr>
              <a:t>nt</a:t>
            </a:r>
            <a:r>
              <a:rPr sz="1900" b="1" i="1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(t</a:t>
            </a:r>
            <a:r>
              <a:rPr sz="1900" dirty="0">
                <a:latin typeface="Calibri"/>
                <a:cs typeface="Calibri"/>
              </a:rPr>
              <a:t>o </a:t>
            </a:r>
            <a:r>
              <a:rPr sz="1900" spc="-10" dirty="0">
                <a:latin typeface="Calibri"/>
                <a:cs typeface="Calibri"/>
              </a:rPr>
              <a:t>w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?)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5839" y="3253354"/>
            <a:ext cx="13589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90" dirty="0">
                <a:latin typeface="Calibri"/>
                <a:cs typeface="Calibri"/>
              </a:rPr>
              <a:t>–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5839" y="3868034"/>
            <a:ext cx="13589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90" dirty="0">
                <a:latin typeface="Calibri"/>
                <a:cs typeface="Calibri"/>
              </a:rPr>
              <a:t>–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5839" y="5268844"/>
            <a:ext cx="13589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90" dirty="0">
                <a:latin typeface="Calibri"/>
                <a:cs typeface="Calibri"/>
              </a:rPr>
              <a:t>–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5839" y="5883524"/>
            <a:ext cx="13589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90" dirty="0">
                <a:latin typeface="Calibri"/>
                <a:cs typeface="Calibri"/>
              </a:rPr>
              <a:t>–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66840DE-787E-4D49-8F0A-D585EC443B9F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T</a:t>
            </a:r>
            <a:r>
              <a:t>o</a:t>
            </a:r>
            <a:r>
              <a:rPr spc="-10"/>
              <a:t> </a:t>
            </a:r>
            <a:r>
              <a:rPr spc="-95"/>
              <a:t>A</a:t>
            </a:r>
            <a:r>
              <a:rPr spc="-30"/>
              <a:t>v</a:t>
            </a:r>
            <a:r>
              <a:rPr spc="-5"/>
              <a:t>o</a:t>
            </a:r>
            <a:r>
              <a:rPr spc="-10"/>
              <a:t>i</a:t>
            </a:r>
            <a:r>
              <a:t>d</a:t>
            </a: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29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866614"/>
            <a:ext cx="183324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0" indent="-222250">
              <a:lnSpc>
                <a:spcPct val="100000"/>
              </a:lnSpc>
              <a:buFont typeface="Trebuchet MS"/>
              <a:buChar char="•"/>
              <a:tabLst>
                <a:tab pos="234950" algn="l"/>
              </a:tabLst>
            </a:pP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m</a:t>
            </a:r>
            <a:r>
              <a:rPr sz="1900" spc="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p</a:t>
            </a:r>
            <a:r>
              <a:rPr sz="1900" spc="-10" dirty="0">
                <a:latin typeface="Calibri"/>
                <a:cs typeface="Calibri"/>
              </a:rPr>
              <a:t>h</a:t>
            </a:r>
            <a:r>
              <a:rPr sz="1900" spc="-15" dirty="0">
                <a:latin typeface="Calibri"/>
                <a:cs typeface="Calibri"/>
              </a:rPr>
              <a:t>r</a:t>
            </a:r>
            <a:r>
              <a:rPr sz="1900" spc="5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s: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5239" y="2213712"/>
            <a:ext cx="117475" cy="138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0510" y="2210435"/>
            <a:ext cx="6470015" cy="1471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15" dirty="0">
                <a:latin typeface="Calibri"/>
                <a:cs typeface="Calibri"/>
              </a:rPr>
              <a:t>y</a:t>
            </a:r>
            <a:r>
              <a:rPr sz="1750" b="1" i="1" spc="-20" dirty="0">
                <a:latin typeface="Calibri"/>
                <a:cs typeface="Calibri"/>
              </a:rPr>
              <a:t>o</a:t>
            </a:r>
            <a:r>
              <a:rPr sz="1750" b="1" i="1" spc="-10" dirty="0">
                <a:latin typeface="Calibri"/>
                <a:cs typeface="Calibri"/>
              </a:rPr>
              <a:t>u</a:t>
            </a:r>
            <a:r>
              <a:rPr sz="1750" b="1" i="1" spc="-5" dirty="0">
                <a:latin typeface="Calibri"/>
                <a:cs typeface="Calibri"/>
              </a:rPr>
              <a:t> </a:t>
            </a:r>
            <a:r>
              <a:rPr sz="1750" b="1" i="1" spc="-25" dirty="0">
                <a:latin typeface="Calibri"/>
                <a:cs typeface="Calibri"/>
              </a:rPr>
              <a:t>w</a:t>
            </a:r>
            <a:r>
              <a:rPr sz="1750" b="1" i="1" spc="0" dirty="0">
                <a:latin typeface="Calibri"/>
                <a:cs typeface="Calibri"/>
              </a:rPr>
              <a:t>i</a:t>
            </a:r>
            <a:r>
              <a:rPr sz="1750" b="1" i="1" spc="-5" dirty="0">
                <a:latin typeface="Calibri"/>
                <a:cs typeface="Calibri"/>
              </a:rPr>
              <a:t>ll</a:t>
            </a:r>
            <a:r>
              <a:rPr sz="1750" b="1" i="1" dirty="0">
                <a:latin typeface="Calibri"/>
                <a:cs typeface="Calibri"/>
              </a:rPr>
              <a:t> </a:t>
            </a:r>
            <a:r>
              <a:rPr sz="1750" b="1" i="1" spc="-15" dirty="0">
                <a:latin typeface="Calibri"/>
                <a:cs typeface="Calibri"/>
              </a:rPr>
              <a:t>re</a:t>
            </a:r>
            <a:r>
              <a:rPr sz="1750" b="1" i="1" spc="-5" dirty="0">
                <a:latin typeface="Calibri"/>
                <a:cs typeface="Calibri"/>
              </a:rPr>
              <a:t>a</a:t>
            </a:r>
            <a:r>
              <a:rPr sz="1750" b="1" i="1" spc="-10" dirty="0">
                <a:latin typeface="Calibri"/>
                <a:cs typeface="Calibri"/>
              </a:rPr>
              <a:t>d </a:t>
            </a:r>
            <a:r>
              <a:rPr sz="1750" b="1" i="1" spc="-5" dirty="0">
                <a:latin typeface="Calibri"/>
                <a:cs typeface="Calibri"/>
              </a:rPr>
              <a:t>a</a:t>
            </a:r>
            <a:r>
              <a:rPr sz="1750" b="1" i="1" spc="-10" dirty="0">
                <a:latin typeface="Calibri"/>
                <a:cs typeface="Calibri"/>
              </a:rPr>
              <a:t>bo</a:t>
            </a:r>
            <a:r>
              <a:rPr sz="1750" b="1" i="1" spc="-20" dirty="0">
                <a:latin typeface="Calibri"/>
                <a:cs typeface="Calibri"/>
              </a:rPr>
              <a:t>u</a:t>
            </a:r>
            <a:r>
              <a:rPr sz="1750" b="1" i="1" spc="-10" dirty="0">
                <a:latin typeface="Calibri"/>
                <a:cs typeface="Calibri"/>
              </a:rPr>
              <a:t>t</a:t>
            </a:r>
            <a:r>
              <a:rPr sz="1750" b="1" i="1" spc="10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…”</a:t>
            </a: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5" dirty="0">
                <a:latin typeface="Calibri"/>
                <a:cs typeface="Calibri"/>
              </a:rPr>
              <a:t>I</a:t>
            </a:r>
            <a:r>
              <a:rPr sz="1750" b="1" i="1" spc="5" dirty="0">
                <a:latin typeface="Calibri"/>
                <a:cs typeface="Calibri"/>
              </a:rPr>
              <a:t> </a:t>
            </a:r>
            <a:r>
              <a:rPr sz="1750" b="1" i="1" spc="-25" dirty="0">
                <a:latin typeface="Calibri"/>
                <a:cs typeface="Calibri"/>
              </a:rPr>
              <a:t>w</a:t>
            </a:r>
            <a:r>
              <a:rPr sz="1750" b="1" i="1" spc="-5" dirty="0">
                <a:latin typeface="Calibri"/>
                <a:cs typeface="Calibri"/>
              </a:rPr>
              <a:t>i</a:t>
            </a:r>
            <a:r>
              <a:rPr sz="1750" b="1" i="1" spc="0" dirty="0">
                <a:latin typeface="Calibri"/>
                <a:cs typeface="Calibri"/>
              </a:rPr>
              <a:t>l</a:t>
            </a:r>
            <a:r>
              <a:rPr sz="1750" b="1" i="1" spc="-5" dirty="0">
                <a:latin typeface="Calibri"/>
                <a:cs typeface="Calibri"/>
              </a:rPr>
              <a:t>l</a:t>
            </a:r>
            <a:r>
              <a:rPr sz="1750" b="1" i="1" dirty="0">
                <a:latin typeface="Calibri"/>
                <a:cs typeface="Calibri"/>
              </a:rPr>
              <a:t> </a:t>
            </a:r>
            <a:r>
              <a:rPr sz="1750" b="1" i="1" spc="-15" dirty="0">
                <a:latin typeface="Calibri"/>
                <a:cs typeface="Calibri"/>
              </a:rPr>
              <a:t>te</a:t>
            </a:r>
            <a:r>
              <a:rPr sz="1700" b="1" i="1" spc="5" dirty="0">
                <a:latin typeface="Calibri"/>
                <a:cs typeface="Calibri"/>
              </a:rPr>
              <a:t>l</a:t>
            </a:r>
            <a:r>
              <a:rPr sz="1750" b="1" i="1" spc="-5" dirty="0">
                <a:latin typeface="Calibri"/>
                <a:cs typeface="Calibri"/>
              </a:rPr>
              <a:t>l</a:t>
            </a:r>
            <a:r>
              <a:rPr sz="1750" b="1" i="1" dirty="0">
                <a:latin typeface="Calibri"/>
                <a:cs typeface="Calibri"/>
              </a:rPr>
              <a:t> </a:t>
            </a:r>
            <a:r>
              <a:rPr sz="1750" b="1" i="1" spc="-20" dirty="0">
                <a:latin typeface="Calibri"/>
                <a:cs typeface="Calibri"/>
              </a:rPr>
              <a:t>yo</a:t>
            </a:r>
            <a:r>
              <a:rPr sz="1750" b="1" i="1" spc="-10" dirty="0">
                <a:latin typeface="Calibri"/>
                <a:cs typeface="Calibri"/>
              </a:rPr>
              <a:t>u</a:t>
            </a:r>
            <a:r>
              <a:rPr sz="1750" b="1" i="1" spc="10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…</a:t>
            </a:r>
            <a:r>
              <a:rPr sz="1750" spc="-5" dirty="0">
                <a:latin typeface="Calibri"/>
                <a:cs typeface="Calibri"/>
              </a:rPr>
              <a:t>;</a:t>
            </a:r>
            <a:r>
              <a:rPr sz="1750" spc="5" dirty="0">
                <a:latin typeface="Calibri"/>
                <a:cs typeface="Calibri"/>
              </a:rPr>
              <a:t> </a:t>
            </a:r>
            <a:r>
              <a:rPr sz="1750" b="1" i="1" spc="-5" dirty="0">
                <a:latin typeface="Calibri"/>
                <a:cs typeface="Calibri"/>
              </a:rPr>
              <a:t>I </a:t>
            </a:r>
            <a:r>
              <a:rPr sz="1750" b="1" i="1" spc="-10" dirty="0">
                <a:latin typeface="Calibri"/>
                <a:cs typeface="Calibri"/>
              </a:rPr>
              <a:t>will</a:t>
            </a:r>
            <a:r>
              <a:rPr sz="1750" b="1" i="1" dirty="0">
                <a:latin typeface="Calibri"/>
                <a:cs typeface="Calibri"/>
              </a:rPr>
              <a:t> </a:t>
            </a:r>
            <a:r>
              <a:rPr sz="1750" b="1" i="1" spc="-10" dirty="0">
                <a:latin typeface="Calibri"/>
                <a:cs typeface="Calibri"/>
              </a:rPr>
              <a:t>d</a:t>
            </a:r>
            <a:r>
              <a:rPr sz="1750" b="1" i="1" spc="-15" dirty="0">
                <a:latin typeface="Calibri"/>
                <a:cs typeface="Calibri"/>
              </a:rPr>
              <a:t>e</a:t>
            </a:r>
            <a:r>
              <a:rPr sz="1750" b="1" i="1" spc="-10" dirty="0">
                <a:latin typeface="Calibri"/>
                <a:cs typeface="Calibri"/>
              </a:rPr>
              <a:t>sc</a:t>
            </a:r>
            <a:r>
              <a:rPr sz="1750" b="1" i="1" spc="-15" dirty="0">
                <a:latin typeface="Calibri"/>
                <a:cs typeface="Calibri"/>
              </a:rPr>
              <a:t>r</a:t>
            </a:r>
            <a:r>
              <a:rPr sz="1750" b="1" i="1" spc="-5" dirty="0">
                <a:latin typeface="Calibri"/>
                <a:cs typeface="Calibri"/>
              </a:rPr>
              <a:t>i</a:t>
            </a:r>
            <a:r>
              <a:rPr sz="1700" b="1" i="1" spc="20" dirty="0">
                <a:latin typeface="Calibri"/>
                <a:cs typeface="Calibri"/>
              </a:rPr>
              <a:t>b</a:t>
            </a:r>
            <a:r>
              <a:rPr sz="1700" b="1" i="1" spc="15" dirty="0">
                <a:latin typeface="Calibri"/>
                <a:cs typeface="Calibri"/>
              </a:rPr>
              <a:t>e</a:t>
            </a:r>
            <a:r>
              <a:rPr sz="1700" b="1" i="1" spc="2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…”</a:t>
            </a: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20" dirty="0">
                <a:latin typeface="Calibri"/>
                <a:cs typeface="Calibri"/>
              </a:rPr>
              <a:t>W</a:t>
            </a:r>
            <a:r>
              <a:rPr sz="1750" b="1" i="1" spc="-15" dirty="0">
                <a:latin typeface="Calibri"/>
                <a:cs typeface="Calibri"/>
              </a:rPr>
              <a:t>e</a:t>
            </a:r>
            <a:r>
              <a:rPr sz="1750" spc="-10" dirty="0">
                <a:latin typeface="Calibri"/>
                <a:cs typeface="Calibri"/>
              </a:rPr>
              <a:t>”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(w</a:t>
            </a:r>
            <a:r>
              <a:rPr sz="1750" spc="-15" dirty="0">
                <a:latin typeface="Calibri"/>
                <a:cs typeface="Calibri"/>
              </a:rPr>
              <a:t>h</a:t>
            </a:r>
            <a:r>
              <a:rPr sz="1750" spc="-10" dirty="0">
                <a:latin typeface="Calibri"/>
                <a:cs typeface="Calibri"/>
              </a:rPr>
              <a:t>o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we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a</a:t>
            </a:r>
            <a:r>
              <a:rPr sz="1750" spc="-10" dirty="0">
                <a:latin typeface="Calibri"/>
                <a:cs typeface="Calibri"/>
              </a:rPr>
              <a:t>r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0" dirty="0">
                <a:latin typeface="Calibri"/>
                <a:cs typeface="Calibri"/>
              </a:rPr>
              <a:t>?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Au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50" spc="-15" dirty="0">
                <a:latin typeface="Calibri"/>
                <a:cs typeface="Calibri"/>
              </a:rPr>
              <a:t>h</a:t>
            </a:r>
            <a:r>
              <a:rPr sz="1750" spc="-10" dirty="0">
                <a:latin typeface="Calibri"/>
                <a:cs typeface="Calibri"/>
              </a:rPr>
              <a:t>ors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a</a:t>
            </a:r>
            <a:r>
              <a:rPr sz="1750" spc="-15" dirty="0">
                <a:latin typeface="Calibri"/>
                <a:cs typeface="Calibri"/>
              </a:rPr>
              <a:t>n</a:t>
            </a:r>
            <a:r>
              <a:rPr sz="1750" spc="-10" dirty="0">
                <a:latin typeface="Calibri"/>
                <a:cs typeface="Calibri"/>
              </a:rPr>
              <a:t>d 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5" dirty="0">
                <a:latin typeface="Calibri"/>
                <a:cs typeface="Calibri"/>
              </a:rPr>
              <a:t>ad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-15" dirty="0">
                <a:latin typeface="Calibri"/>
                <a:cs typeface="Calibri"/>
              </a:rPr>
              <a:t>s</a:t>
            </a:r>
            <a:r>
              <a:rPr sz="1750" spc="-10" dirty="0">
                <a:latin typeface="Calibri"/>
                <a:cs typeface="Calibri"/>
              </a:rPr>
              <a:t>?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C</a:t>
            </a:r>
            <a:r>
              <a:rPr sz="1750" spc="-25" dirty="0">
                <a:latin typeface="Calibri"/>
                <a:cs typeface="Calibri"/>
              </a:rPr>
              <a:t>a</a:t>
            </a:r>
            <a:r>
              <a:rPr sz="1750" spc="-10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u</a:t>
            </a:r>
            <a:r>
              <a:rPr sz="1750" spc="-5" dirty="0">
                <a:latin typeface="Calibri"/>
                <a:cs typeface="Calibri"/>
              </a:rPr>
              <a:t>s</a:t>
            </a:r>
            <a:r>
              <a:rPr sz="1750" spc="-10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00" spc="10" dirty="0">
                <a:latin typeface="Calibri"/>
                <a:cs typeface="Calibri"/>
              </a:rPr>
              <a:t>h</a:t>
            </a:r>
            <a:r>
              <a:rPr sz="1750" spc="-10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au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50" spc="-15" dirty="0">
                <a:latin typeface="Calibri"/>
                <a:cs typeface="Calibri"/>
              </a:rPr>
              <a:t>h</a:t>
            </a:r>
            <a:r>
              <a:rPr sz="1750" spc="-20" dirty="0">
                <a:latin typeface="Calibri"/>
                <a:cs typeface="Calibri"/>
              </a:rPr>
              <a:t>o</a:t>
            </a:r>
            <a:r>
              <a:rPr sz="1750" spc="-10" dirty="0">
                <a:latin typeface="Calibri"/>
                <a:cs typeface="Calibri"/>
              </a:rPr>
              <a:t>rs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…”</a:t>
            </a:r>
            <a:endParaRPr sz="1750" dirty="0">
              <a:latin typeface="Calibri"/>
              <a:cs typeface="Calibri"/>
            </a:endParaRPr>
          </a:p>
          <a:p>
            <a:pPr marL="12700" marR="5080">
              <a:lnSpc>
                <a:spcPts val="2340"/>
              </a:lnSpc>
              <a:spcBef>
                <a:spcPts val="125"/>
              </a:spcBef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25" dirty="0">
                <a:latin typeface="Calibri"/>
                <a:cs typeface="Calibri"/>
              </a:rPr>
              <a:t>H</a:t>
            </a:r>
            <a:r>
              <a:rPr sz="1700" b="1" i="1" spc="15" dirty="0">
                <a:latin typeface="Calibri"/>
                <a:cs typeface="Calibri"/>
              </a:rPr>
              <a:t>o</a:t>
            </a:r>
            <a:r>
              <a:rPr sz="1750" b="1" i="1" spc="-10" dirty="0">
                <a:latin typeface="Calibri"/>
                <a:cs typeface="Calibri"/>
              </a:rPr>
              <a:t>p</a:t>
            </a:r>
            <a:r>
              <a:rPr sz="1750" b="1" i="1" spc="-15" dirty="0">
                <a:latin typeface="Calibri"/>
                <a:cs typeface="Calibri"/>
              </a:rPr>
              <a:t>ef</a:t>
            </a:r>
            <a:r>
              <a:rPr sz="1750" b="1" i="1" spc="-10" dirty="0">
                <a:latin typeface="Calibri"/>
                <a:cs typeface="Calibri"/>
              </a:rPr>
              <a:t>ull</a:t>
            </a:r>
            <a:r>
              <a:rPr sz="1750" b="1" i="1" spc="-15" dirty="0">
                <a:latin typeface="Calibri"/>
                <a:cs typeface="Calibri"/>
              </a:rPr>
              <a:t>y</a:t>
            </a:r>
            <a:r>
              <a:rPr sz="1750" b="1" i="1" spc="-5" dirty="0">
                <a:latin typeface="Calibri"/>
                <a:cs typeface="Calibri"/>
              </a:rPr>
              <a:t>,</a:t>
            </a:r>
            <a:r>
              <a:rPr sz="1750" b="1" i="1" spc="-10" dirty="0">
                <a:latin typeface="Calibri"/>
                <a:cs typeface="Calibri"/>
              </a:rPr>
              <a:t> </a:t>
            </a:r>
            <a:r>
              <a:rPr sz="1750" b="1" i="1" spc="-15" dirty="0">
                <a:latin typeface="Calibri"/>
                <a:cs typeface="Calibri"/>
              </a:rPr>
              <a:t>t</a:t>
            </a:r>
            <a:r>
              <a:rPr sz="1750" b="1" i="1" spc="-20" dirty="0">
                <a:latin typeface="Calibri"/>
                <a:cs typeface="Calibri"/>
              </a:rPr>
              <a:t>h</a:t>
            </a:r>
            <a:r>
              <a:rPr sz="1750" b="1" i="1" spc="-10" dirty="0">
                <a:latin typeface="Calibri"/>
                <a:cs typeface="Calibri"/>
              </a:rPr>
              <a:t>e</a:t>
            </a:r>
            <a:r>
              <a:rPr sz="1750" b="1" i="1" spc="-5" dirty="0">
                <a:latin typeface="Calibri"/>
                <a:cs typeface="Calibri"/>
              </a:rPr>
              <a:t> </a:t>
            </a:r>
            <a:r>
              <a:rPr sz="1700" b="1" i="1" spc="15" dirty="0">
                <a:latin typeface="Calibri"/>
                <a:cs typeface="Calibri"/>
              </a:rPr>
              <a:t>p</a:t>
            </a:r>
            <a:r>
              <a:rPr sz="1750" b="1" i="1" spc="-15" dirty="0">
                <a:latin typeface="Calibri"/>
                <a:cs typeface="Calibri"/>
              </a:rPr>
              <a:t>r</a:t>
            </a:r>
            <a:r>
              <a:rPr sz="1700" b="1" i="1" spc="5" dirty="0">
                <a:latin typeface="Calibri"/>
                <a:cs typeface="Calibri"/>
              </a:rPr>
              <a:t>o</a:t>
            </a:r>
            <a:r>
              <a:rPr sz="1750" b="1" i="1" spc="-5" dirty="0">
                <a:latin typeface="Calibri"/>
                <a:cs typeface="Calibri"/>
              </a:rPr>
              <a:t>g</a:t>
            </a:r>
            <a:r>
              <a:rPr sz="1750" b="1" i="1" spc="-15" dirty="0">
                <a:latin typeface="Calibri"/>
                <a:cs typeface="Calibri"/>
              </a:rPr>
              <a:t>ram</a:t>
            </a:r>
            <a:r>
              <a:rPr sz="1750" b="1" i="1" dirty="0">
                <a:latin typeface="Calibri"/>
                <a:cs typeface="Calibri"/>
              </a:rPr>
              <a:t> </a:t>
            </a:r>
            <a:r>
              <a:rPr sz="1750" b="1" i="1" spc="-15" dirty="0">
                <a:latin typeface="Calibri"/>
                <a:cs typeface="Calibri"/>
              </a:rPr>
              <a:t>w</a:t>
            </a:r>
            <a:r>
              <a:rPr sz="1750" b="1" i="1" spc="-20" dirty="0">
                <a:latin typeface="Calibri"/>
                <a:cs typeface="Calibri"/>
              </a:rPr>
              <a:t>o</a:t>
            </a:r>
            <a:r>
              <a:rPr sz="1750" b="1" i="1" spc="-10" dirty="0">
                <a:latin typeface="Calibri"/>
                <a:cs typeface="Calibri"/>
              </a:rPr>
              <a:t>uld</a:t>
            </a:r>
            <a:r>
              <a:rPr sz="1750" b="1" i="1" spc="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..</a:t>
            </a:r>
            <a:r>
              <a:rPr sz="1700" spc="10" dirty="0">
                <a:latin typeface="Calibri"/>
                <a:cs typeface="Calibri"/>
              </a:rPr>
              <a:t>”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(</a:t>
            </a:r>
            <a:r>
              <a:rPr sz="1750" spc="-15" dirty="0">
                <a:latin typeface="Calibri"/>
                <a:cs typeface="Calibri"/>
              </a:rPr>
              <a:t>p</a:t>
            </a:r>
            <a:r>
              <a:rPr sz="1700" spc="20" dirty="0">
                <a:latin typeface="Calibri"/>
                <a:cs typeface="Calibri"/>
              </a:rPr>
              <a:t>r</a:t>
            </a:r>
            <a:r>
              <a:rPr sz="1750" spc="-20" dirty="0">
                <a:latin typeface="Calibri"/>
                <a:cs typeface="Calibri"/>
              </a:rPr>
              <a:t>og</a:t>
            </a:r>
            <a:r>
              <a:rPr sz="1750" spc="-10" dirty="0">
                <a:latin typeface="Calibri"/>
                <a:cs typeface="Calibri"/>
              </a:rPr>
              <a:t>r</a:t>
            </a:r>
            <a:r>
              <a:rPr sz="1750" spc="-15" dirty="0">
                <a:latin typeface="Calibri"/>
                <a:cs typeface="Calibri"/>
              </a:rPr>
              <a:t>am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d</a:t>
            </a:r>
            <a:r>
              <a:rPr sz="1750" spc="-10" dirty="0">
                <a:latin typeface="Calibri"/>
                <a:cs typeface="Calibri"/>
              </a:rPr>
              <a:t>o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5" dirty="0">
                <a:latin typeface="Calibri"/>
                <a:cs typeface="Calibri"/>
              </a:rPr>
              <a:t>sn</a:t>
            </a:r>
            <a:r>
              <a:rPr sz="1750" spc="-10" dirty="0">
                <a:latin typeface="Calibri"/>
                <a:cs typeface="Calibri"/>
              </a:rPr>
              <a:t>’t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h</a:t>
            </a:r>
            <a:r>
              <a:rPr sz="1750" spc="-20" dirty="0">
                <a:latin typeface="Calibri"/>
                <a:cs typeface="Calibri"/>
              </a:rPr>
              <a:t>o</a:t>
            </a:r>
            <a:r>
              <a:rPr sz="1750" spc="-10" dirty="0">
                <a:latin typeface="Calibri"/>
                <a:cs typeface="Calibri"/>
              </a:rPr>
              <a:t>pe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n</a:t>
            </a:r>
            <a:r>
              <a:rPr sz="1750" spc="-20" dirty="0">
                <a:latin typeface="Calibri"/>
                <a:cs typeface="Calibri"/>
              </a:rPr>
              <a:t>o</a:t>
            </a:r>
            <a:r>
              <a:rPr sz="1750" spc="-10" dirty="0">
                <a:latin typeface="Calibri"/>
                <a:cs typeface="Calibri"/>
              </a:rPr>
              <a:t>r</a:t>
            </a:r>
            <a:r>
              <a:rPr sz="1750" spc="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w</a:t>
            </a:r>
            <a:r>
              <a:rPr sz="1750" spc="-20" dirty="0">
                <a:latin typeface="Calibri"/>
                <a:cs typeface="Calibri"/>
              </a:rPr>
              <a:t>o</a:t>
            </a:r>
            <a:r>
              <a:rPr sz="1750" spc="-15" dirty="0">
                <a:latin typeface="Calibri"/>
                <a:cs typeface="Calibri"/>
              </a:rPr>
              <a:t>ul</a:t>
            </a:r>
            <a:r>
              <a:rPr sz="1750" spc="-10" dirty="0">
                <a:latin typeface="Calibri"/>
                <a:cs typeface="Calibri"/>
              </a:rPr>
              <a:t>d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..”</a:t>
            </a:r>
            <a:r>
              <a:rPr sz="1750" spc="-10" dirty="0">
                <a:latin typeface="Calibri"/>
                <a:cs typeface="Calibri"/>
              </a:rPr>
              <a:t> </a:t>
            </a:r>
            <a:endParaRPr lang="en-US" sz="1750" spc="-10" dirty="0">
              <a:latin typeface="Calibri"/>
              <a:cs typeface="Calibri"/>
            </a:endParaRPr>
          </a:p>
          <a:p>
            <a:pPr marL="12700" marR="5080">
              <a:lnSpc>
                <a:spcPts val="2340"/>
              </a:lnSpc>
              <a:spcBef>
                <a:spcPts val="125"/>
              </a:spcBef>
            </a:pPr>
            <a:r>
              <a:rPr sz="1700" spc="10" dirty="0">
                <a:latin typeface="Calibri"/>
                <a:cs typeface="Calibri"/>
              </a:rPr>
              <a:t>“</a:t>
            </a:r>
            <a:r>
              <a:rPr sz="1700" b="1" i="1" spc="15" dirty="0">
                <a:latin typeface="Calibri"/>
                <a:cs typeface="Calibri"/>
              </a:rPr>
              <a:t>a</a:t>
            </a:r>
            <a:r>
              <a:rPr sz="1700" b="1" i="1" spc="10" dirty="0">
                <a:latin typeface="Calibri"/>
                <a:cs typeface="Calibri"/>
              </a:rPr>
              <a:t> </a:t>
            </a:r>
            <a:r>
              <a:rPr sz="1700" b="1" i="1" spc="5" dirty="0">
                <a:latin typeface="Calibri"/>
                <a:cs typeface="Calibri"/>
              </a:rPr>
              <a:t>f</a:t>
            </a:r>
            <a:r>
              <a:rPr sz="1700" b="1" i="1" spc="20" dirty="0">
                <a:latin typeface="Calibri"/>
                <a:cs typeface="Calibri"/>
              </a:rPr>
              <a:t>a</a:t>
            </a:r>
            <a:r>
              <a:rPr sz="1700" b="1" i="1" spc="25" dirty="0">
                <a:latin typeface="Calibri"/>
                <a:cs typeface="Calibri"/>
              </a:rPr>
              <a:t>m</a:t>
            </a:r>
            <a:r>
              <a:rPr sz="1700" b="1" i="1" spc="5" dirty="0">
                <a:latin typeface="Calibri"/>
                <a:cs typeface="Calibri"/>
              </a:rPr>
              <a:t>o</a:t>
            </a:r>
            <a:r>
              <a:rPr sz="1700" b="1" i="1" spc="15" dirty="0">
                <a:latin typeface="Calibri"/>
                <a:cs typeface="Calibri"/>
              </a:rPr>
              <a:t>us</a:t>
            </a:r>
            <a:r>
              <a:rPr sz="1700" b="1" i="1" spc="5" dirty="0">
                <a:latin typeface="Calibri"/>
                <a:cs typeface="Calibri"/>
              </a:rPr>
              <a:t> re</a:t>
            </a:r>
            <a:r>
              <a:rPr sz="1700" b="1" i="1" spc="10" dirty="0">
                <a:latin typeface="Calibri"/>
                <a:cs typeface="Calibri"/>
              </a:rPr>
              <a:t>se</a:t>
            </a:r>
            <a:r>
              <a:rPr sz="1700" b="1" i="1" spc="15" dirty="0">
                <a:latin typeface="Calibri"/>
                <a:cs typeface="Calibri"/>
              </a:rPr>
              <a:t>a</a:t>
            </a:r>
            <a:r>
              <a:rPr sz="1700" b="1" i="1" spc="5" dirty="0">
                <a:latin typeface="Calibri"/>
                <a:cs typeface="Calibri"/>
              </a:rPr>
              <a:t>r</a:t>
            </a:r>
            <a:r>
              <a:rPr sz="1700" b="1" i="1" spc="10" dirty="0">
                <a:latin typeface="Calibri"/>
                <a:cs typeface="Calibri"/>
              </a:rPr>
              <a:t>c</a:t>
            </a:r>
            <a:r>
              <a:rPr sz="1700" b="1" i="1" spc="5" dirty="0">
                <a:latin typeface="Calibri"/>
                <a:cs typeface="Calibri"/>
              </a:rPr>
              <a:t>h</a:t>
            </a:r>
            <a:r>
              <a:rPr sz="1700" b="1" i="1" spc="10" dirty="0">
                <a:latin typeface="Calibri"/>
                <a:cs typeface="Calibri"/>
              </a:rPr>
              <a:t>er</a:t>
            </a:r>
            <a:r>
              <a:rPr sz="1700" b="1" i="1" spc="20" dirty="0">
                <a:latin typeface="Calibri"/>
                <a:cs typeface="Calibri"/>
              </a:rPr>
              <a:t> </a:t>
            </a:r>
            <a:r>
              <a:rPr sz="1700" spc="15" dirty="0">
                <a:latin typeface="Calibri"/>
                <a:cs typeface="Calibri"/>
              </a:rPr>
              <a:t>…</a:t>
            </a:r>
            <a:r>
              <a:rPr sz="1700" spc="10" dirty="0">
                <a:latin typeface="Calibri"/>
                <a:cs typeface="Calibri"/>
              </a:rPr>
              <a:t>”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(</a:t>
            </a:r>
            <a:r>
              <a:rPr sz="1700" spc="15" dirty="0">
                <a:latin typeface="Calibri"/>
                <a:cs typeface="Calibri"/>
              </a:rPr>
              <a:t>s</a:t>
            </a:r>
            <a:r>
              <a:rPr sz="1700" spc="10" dirty="0">
                <a:latin typeface="Calibri"/>
                <a:cs typeface="Calibri"/>
              </a:rPr>
              <a:t>uc</a:t>
            </a:r>
            <a:r>
              <a:rPr sz="1700" spc="15" dirty="0">
                <a:latin typeface="Calibri"/>
                <a:cs typeface="Calibri"/>
              </a:rPr>
              <a:t>h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s</a:t>
            </a:r>
            <a:r>
              <a:rPr sz="1700" spc="15" dirty="0">
                <a:latin typeface="Calibri"/>
                <a:cs typeface="Calibri"/>
              </a:rPr>
              <a:t>t</a:t>
            </a:r>
            <a:r>
              <a:rPr sz="1700" spc="10" dirty="0">
                <a:latin typeface="Calibri"/>
                <a:cs typeface="Calibri"/>
              </a:rPr>
              <a:t>a</a:t>
            </a:r>
            <a:r>
              <a:rPr sz="1700" spc="15" dirty="0">
                <a:latin typeface="Calibri"/>
                <a:cs typeface="Calibri"/>
              </a:rPr>
              <a:t>t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20" dirty="0">
                <a:latin typeface="Calibri"/>
                <a:cs typeface="Calibri"/>
              </a:rPr>
              <a:t>m</a:t>
            </a:r>
            <a:r>
              <a:rPr sz="1700" spc="15" dirty="0">
                <a:latin typeface="Calibri"/>
                <a:cs typeface="Calibri"/>
              </a:rPr>
              <a:t>e</a:t>
            </a:r>
            <a:r>
              <a:rPr sz="1700" spc="10" dirty="0">
                <a:latin typeface="Calibri"/>
                <a:cs typeface="Calibri"/>
              </a:rPr>
              <a:t>n</a:t>
            </a:r>
            <a:r>
              <a:rPr sz="1700" spc="15" dirty="0">
                <a:latin typeface="Calibri"/>
                <a:cs typeface="Calibri"/>
              </a:rPr>
              <a:t>t</a:t>
            </a:r>
            <a:r>
              <a:rPr sz="1700" spc="10" dirty="0">
                <a:latin typeface="Calibri"/>
                <a:cs typeface="Calibri"/>
              </a:rPr>
              <a:t>s pr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15" dirty="0">
                <a:latin typeface="Calibri"/>
                <a:cs typeface="Calibri"/>
              </a:rPr>
              <a:t>j</a:t>
            </a:r>
            <a:r>
              <a:rPr sz="1700" spc="10" dirty="0">
                <a:latin typeface="Calibri"/>
                <a:cs typeface="Calibri"/>
              </a:rPr>
              <a:t>ud</a:t>
            </a:r>
            <a:r>
              <a:rPr sz="1700" spc="-5" dirty="0">
                <a:latin typeface="Calibri"/>
                <a:cs typeface="Calibri"/>
              </a:rPr>
              <a:t>i</a:t>
            </a:r>
            <a:r>
              <a:rPr sz="1700" spc="15" dirty="0">
                <a:latin typeface="Calibri"/>
                <a:cs typeface="Calibri"/>
              </a:rPr>
              <a:t>ce</a:t>
            </a:r>
            <a:r>
              <a:rPr sz="1700" spc="5" dirty="0">
                <a:latin typeface="Calibri"/>
                <a:cs typeface="Calibri"/>
              </a:rPr>
              <a:t> t</a:t>
            </a:r>
            <a:r>
              <a:rPr sz="1700" spc="15" dirty="0">
                <a:latin typeface="Calibri"/>
                <a:cs typeface="Calibri"/>
              </a:rPr>
              <a:t>he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r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10" dirty="0">
                <a:latin typeface="Calibri"/>
                <a:cs typeface="Calibri"/>
              </a:rPr>
              <a:t>ader</a:t>
            </a:r>
            <a:r>
              <a:rPr sz="1700" dirty="0">
                <a:latin typeface="Calibri"/>
                <a:cs typeface="Calibri"/>
              </a:rPr>
              <a:t>.)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8519" y="3817334"/>
            <a:ext cx="1432560" cy="29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0" indent="-222250">
              <a:lnSpc>
                <a:spcPct val="100000"/>
              </a:lnSpc>
              <a:buFont typeface="Trebuchet MS"/>
              <a:buChar char="•"/>
              <a:tabLst>
                <a:tab pos="234950" algn="l"/>
              </a:tabLst>
            </a:pPr>
            <a:r>
              <a:rPr sz="1900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10" dirty="0">
                <a:latin typeface="Calibri"/>
                <a:cs typeface="Calibri"/>
              </a:rPr>
              <a:t>nk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25" dirty="0">
                <a:latin typeface="Calibri"/>
                <a:cs typeface="Calibri"/>
              </a:rPr>
              <a:t>w</a:t>
            </a:r>
            <a:r>
              <a:rPr sz="1900" spc="-10" dirty="0">
                <a:latin typeface="Calibri"/>
                <a:cs typeface="Calibri"/>
              </a:rPr>
              <a:t>ice: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5239" y="4163162"/>
            <a:ext cx="117475" cy="1383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70" dirty="0">
                <a:latin typeface="Calibri"/>
                <a:cs typeface="Calibri"/>
              </a:rPr>
              <a:t>–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0510" y="4159884"/>
            <a:ext cx="3850004" cy="1481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10" dirty="0">
                <a:latin typeface="Calibri"/>
                <a:cs typeface="Calibri"/>
              </a:rPr>
              <a:t>s</a:t>
            </a:r>
            <a:r>
              <a:rPr sz="1750" b="1" i="1" spc="-20" dirty="0">
                <a:latin typeface="Calibri"/>
                <a:cs typeface="Calibri"/>
              </a:rPr>
              <a:t>hou</a:t>
            </a:r>
            <a:r>
              <a:rPr sz="1750" b="1" i="1" spc="0" dirty="0">
                <a:latin typeface="Calibri"/>
                <a:cs typeface="Calibri"/>
              </a:rPr>
              <a:t>l</a:t>
            </a:r>
            <a:r>
              <a:rPr sz="1750" b="1" i="1" spc="-10" dirty="0">
                <a:latin typeface="Calibri"/>
                <a:cs typeface="Calibri"/>
              </a:rPr>
              <a:t>d</a:t>
            </a:r>
            <a:r>
              <a:rPr sz="1750" spc="-10" dirty="0">
                <a:latin typeface="Calibri"/>
                <a:cs typeface="Calibri"/>
              </a:rPr>
              <a:t>”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(</a:t>
            </a:r>
            <a:r>
              <a:rPr sz="1750" spc="-15" dirty="0">
                <a:latin typeface="Calibri"/>
                <a:cs typeface="Calibri"/>
              </a:rPr>
              <a:t>wh</a:t>
            </a:r>
            <a:r>
              <a:rPr sz="1750" spc="-10" dirty="0">
                <a:latin typeface="Calibri"/>
                <a:cs typeface="Calibri"/>
              </a:rPr>
              <a:t>o</a:t>
            </a:r>
            <a:r>
              <a:rPr sz="1750" spc="-5" dirty="0">
                <a:latin typeface="Calibri"/>
                <a:cs typeface="Calibri"/>
              </a:rPr>
              <a:t> s</a:t>
            </a:r>
            <a:r>
              <a:rPr sz="1750" spc="-15" dirty="0">
                <a:latin typeface="Calibri"/>
                <a:cs typeface="Calibri"/>
              </a:rPr>
              <a:t>a</a:t>
            </a:r>
            <a:r>
              <a:rPr sz="1750" spc="-10" dirty="0">
                <a:latin typeface="Calibri"/>
                <a:cs typeface="Calibri"/>
              </a:rPr>
              <a:t>ys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s</a:t>
            </a:r>
            <a:r>
              <a:rPr sz="1750" spc="-20" dirty="0">
                <a:latin typeface="Calibri"/>
                <a:cs typeface="Calibri"/>
              </a:rPr>
              <a:t>o</a:t>
            </a:r>
            <a:r>
              <a:rPr sz="1750" spc="-10" dirty="0">
                <a:latin typeface="Calibri"/>
                <a:cs typeface="Calibri"/>
              </a:rPr>
              <a:t>?)</a:t>
            </a:r>
            <a:endParaRPr sz="1750" dirty="0">
              <a:latin typeface="Calibri"/>
              <a:cs typeface="Calibri"/>
            </a:endParaRPr>
          </a:p>
          <a:p>
            <a:pPr marL="12700" marR="641350">
              <a:lnSpc>
                <a:spcPct val="111700"/>
              </a:lnSpc>
              <a:spcBef>
                <a:spcPts val="5"/>
              </a:spcBef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10" dirty="0">
                <a:latin typeface="Calibri"/>
                <a:cs typeface="Calibri"/>
              </a:rPr>
              <a:t>m</a:t>
            </a:r>
            <a:r>
              <a:rPr sz="1750" b="1" i="1" spc="-20" dirty="0">
                <a:latin typeface="Calibri"/>
                <a:cs typeface="Calibri"/>
              </a:rPr>
              <a:t>us</a:t>
            </a:r>
            <a:r>
              <a:rPr sz="1750" b="1" i="1" spc="-15" dirty="0">
                <a:latin typeface="Calibri"/>
                <a:cs typeface="Calibri"/>
              </a:rPr>
              <a:t>t</a:t>
            </a:r>
            <a:r>
              <a:rPr sz="1750" spc="-10" dirty="0">
                <a:latin typeface="Calibri"/>
                <a:cs typeface="Calibri"/>
              </a:rPr>
              <a:t>”,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“</a:t>
            </a:r>
            <a:r>
              <a:rPr sz="1750" b="1" i="1" spc="-10" dirty="0">
                <a:latin typeface="Calibri"/>
                <a:cs typeface="Calibri"/>
              </a:rPr>
              <a:t>alwa</a:t>
            </a:r>
            <a:r>
              <a:rPr sz="1750" b="1" i="1" spc="-15" dirty="0">
                <a:latin typeface="Calibri"/>
                <a:cs typeface="Calibri"/>
              </a:rPr>
              <a:t>y</a:t>
            </a:r>
            <a:r>
              <a:rPr sz="1750" b="1" i="1" spc="-10" dirty="0">
                <a:latin typeface="Calibri"/>
                <a:cs typeface="Calibri"/>
              </a:rPr>
              <a:t>s</a:t>
            </a:r>
            <a:r>
              <a:rPr sz="1750" spc="-10" dirty="0">
                <a:latin typeface="Calibri"/>
                <a:cs typeface="Calibri"/>
              </a:rPr>
              <a:t>”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(</a:t>
            </a:r>
            <a:r>
              <a:rPr sz="1750" spc="-15" dirty="0">
                <a:latin typeface="Calibri"/>
                <a:cs typeface="Calibri"/>
              </a:rPr>
              <a:t>an</a:t>
            </a:r>
            <a:r>
              <a:rPr sz="1750" spc="-10" dirty="0">
                <a:latin typeface="Calibri"/>
                <a:cs typeface="Calibri"/>
              </a:rPr>
              <a:t>y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ev</a:t>
            </a:r>
            <a:r>
              <a:rPr sz="1750" spc="-15" dirty="0">
                <a:latin typeface="Calibri"/>
                <a:cs typeface="Calibri"/>
              </a:rPr>
              <a:t>id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5" dirty="0">
                <a:latin typeface="Calibri"/>
                <a:cs typeface="Calibri"/>
              </a:rPr>
              <a:t>n</a:t>
            </a:r>
            <a:r>
              <a:rPr sz="1750" spc="-10" dirty="0">
                <a:latin typeface="Calibri"/>
                <a:cs typeface="Calibri"/>
              </a:rPr>
              <a:t>c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0" dirty="0">
                <a:latin typeface="Calibri"/>
                <a:cs typeface="Calibri"/>
              </a:rPr>
              <a:t>?) </a:t>
            </a:r>
            <a:endParaRPr lang="en-US" sz="1750" spc="-10" dirty="0">
              <a:latin typeface="Calibri"/>
              <a:cs typeface="Calibri"/>
            </a:endParaRPr>
          </a:p>
          <a:p>
            <a:pPr marL="12700" marR="641350">
              <a:lnSpc>
                <a:spcPct val="111700"/>
              </a:lnSpc>
              <a:spcBef>
                <a:spcPts val="5"/>
              </a:spcBef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5" dirty="0">
                <a:latin typeface="Calibri"/>
                <a:cs typeface="Calibri"/>
              </a:rPr>
              <a:t>p</a:t>
            </a:r>
            <a:r>
              <a:rPr sz="1750" b="1" i="1" spc="-15" dirty="0">
                <a:latin typeface="Calibri"/>
                <a:cs typeface="Calibri"/>
              </a:rPr>
              <a:t>r</a:t>
            </a:r>
            <a:r>
              <a:rPr sz="1750" b="1" i="1" spc="-20" dirty="0">
                <a:latin typeface="Calibri"/>
                <a:cs typeface="Calibri"/>
              </a:rPr>
              <a:t>oo</a:t>
            </a:r>
            <a:r>
              <a:rPr sz="1750" b="1" i="1" spc="-10" dirty="0">
                <a:latin typeface="Calibri"/>
                <a:cs typeface="Calibri"/>
              </a:rPr>
              <a:t>f</a:t>
            </a:r>
            <a:r>
              <a:rPr sz="1750" spc="-10" dirty="0">
                <a:latin typeface="Calibri"/>
                <a:cs typeface="Calibri"/>
              </a:rPr>
              <a:t>”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(</a:t>
            </a:r>
            <a:r>
              <a:rPr sz="1750" spc="-15" dirty="0">
                <a:latin typeface="Calibri"/>
                <a:cs typeface="Calibri"/>
              </a:rPr>
              <a:t>as</a:t>
            </a:r>
            <a:r>
              <a:rPr sz="1750" spc="-10" dirty="0">
                <a:latin typeface="Calibri"/>
                <a:cs typeface="Calibri"/>
              </a:rPr>
              <a:t>k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a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ma</a:t>
            </a:r>
            <a:r>
              <a:rPr sz="1750" spc="-15" dirty="0">
                <a:latin typeface="Calibri"/>
                <a:cs typeface="Calibri"/>
              </a:rPr>
              <a:t>t</a:t>
            </a:r>
            <a:r>
              <a:rPr sz="1750" spc="-10" dirty="0">
                <a:latin typeface="Calibri"/>
                <a:cs typeface="Calibri"/>
              </a:rPr>
              <a:t>h</a:t>
            </a:r>
            <a:r>
              <a:rPr sz="1750" spc="-20" dirty="0">
                <a:latin typeface="Calibri"/>
                <a:cs typeface="Calibri"/>
              </a:rPr>
              <a:t>ema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50" spc="-15" dirty="0">
                <a:latin typeface="Calibri"/>
                <a:cs typeface="Calibri"/>
              </a:rPr>
              <a:t>ician</a:t>
            </a:r>
            <a:r>
              <a:rPr sz="1750" spc="-10" dirty="0">
                <a:latin typeface="Calibri"/>
                <a:cs typeface="Calibri"/>
              </a:rPr>
              <a:t>!) </a:t>
            </a:r>
            <a:endParaRPr lang="en-US" sz="1750" spc="-10" dirty="0">
              <a:latin typeface="Calibri"/>
              <a:cs typeface="Calibri"/>
            </a:endParaRPr>
          </a:p>
          <a:p>
            <a:pPr marL="12700" marR="641350">
              <a:lnSpc>
                <a:spcPct val="111700"/>
              </a:lnSpc>
              <a:spcBef>
                <a:spcPts val="5"/>
              </a:spcBef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10" dirty="0">
                <a:latin typeface="Calibri"/>
                <a:cs typeface="Calibri"/>
              </a:rPr>
              <a:t>s</a:t>
            </a:r>
            <a:r>
              <a:rPr sz="1750" b="1" i="1" spc="-20" dirty="0">
                <a:latin typeface="Calibri"/>
                <a:cs typeface="Calibri"/>
              </a:rPr>
              <a:t>ho</a:t>
            </a:r>
            <a:r>
              <a:rPr sz="1750" b="1" i="1" spc="-15" dirty="0">
                <a:latin typeface="Calibri"/>
                <a:cs typeface="Calibri"/>
              </a:rPr>
              <a:t>w</a:t>
            </a:r>
            <a:r>
              <a:rPr sz="1750" spc="-10" dirty="0">
                <a:latin typeface="Calibri"/>
                <a:cs typeface="Calibri"/>
              </a:rPr>
              <a:t>”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(</a:t>
            </a:r>
            <a:r>
              <a:rPr sz="1750" spc="-10" dirty="0">
                <a:latin typeface="Calibri"/>
                <a:cs typeface="Calibri"/>
              </a:rPr>
              <a:t>n</a:t>
            </a:r>
            <a:r>
              <a:rPr sz="1750" spc="-20" dirty="0">
                <a:latin typeface="Calibri"/>
                <a:cs typeface="Calibri"/>
              </a:rPr>
              <a:t>ee</a:t>
            </a:r>
            <a:r>
              <a:rPr sz="1750" spc="-10" dirty="0">
                <a:latin typeface="Calibri"/>
                <a:cs typeface="Calibri"/>
              </a:rPr>
              <a:t>d</a:t>
            </a:r>
            <a:r>
              <a:rPr sz="1750" spc="-5" dirty="0">
                <a:latin typeface="Calibri"/>
                <a:cs typeface="Calibri"/>
              </a:rPr>
              <a:t> t</a:t>
            </a:r>
            <a:r>
              <a:rPr sz="1750" spc="-10" dirty="0">
                <a:latin typeface="Calibri"/>
                <a:cs typeface="Calibri"/>
              </a:rPr>
              <a:t>o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p</a:t>
            </a:r>
            <a:r>
              <a:rPr sz="1750" spc="-10" dirty="0">
                <a:latin typeface="Calibri"/>
                <a:cs typeface="Calibri"/>
              </a:rPr>
              <a:t>r</a:t>
            </a:r>
            <a:r>
              <a:rPr sz="1750" spc="-20" dirty="0">
                <a:latin typeface="Calibri"/>
                <a:cs typeface="Calibri"/>
              </a:rPr>
              <a:t>ov</a:t>
            </a:r>
            <a:r>
              <a:rPr sz="1750" spc="-15" dirty="0">
                <a:latin typeface="Calibri"/>
                <a:cs typeface="Calibri"/>
              </a:rPr>
              <a:t>id</a:t>
            </a:r>
            <a:r>
              <a:rPr sz="1750" spc="-10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ev</a:t>
            </a:r>
            <a:r>
              <a:rPr sz="1750" spc="-15" dirty="0">
                <a:latin typeface="Calibri"/>
                <a:cs typeface="Calibri"/>
              </a:rPr>
              <a:t>id</a:t>
            </a:r>
            <a:r>
              <a:rPr sz="1750" spc="-10" dirty="0">
                <a:latin typeface="Calibri"/>
                <a:cs typeface="Calibri"/>
              </a:rPr>
              <a:t>e</a:t>
            </a:r>
            <a:r>
              <a:rPr sz="1750" spc="-15" dirty="0">
                <a:latin typeface="Calibri"/>
                <a:cs typeface="Calibri"/>
              </a:rPr>
              <a:t>nc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dirty="0">
                <a:latin typeface="Calibri"/>
                <a:cs typeface="Calibri"/>
              </a:rPr>
              <a:t>.</a:t>
            </a:r>
            <a:r>
              <a:rPr sz="1750" spc="-10" dirty="0">
                <a:latin typeface="Calibri"/>
                <a:cs typeface="Calibri"/>
              </a:rPr>
              <a:t>)</a:t>
            </a: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750" spc="-10" dirty="0">
                <a:latin typeface="Calibri"/>
                <a:cs typeface="Calibri"/>
              </a:rPr>
              <a:t>“</a:t>
            </a:r>
            <a:r>
              <a:rPr sz="1750" b="1" i="1" spc="-10" dirty="0">
                <a:latin typeface="Calibri"/>
                <a:cs typeface="Calibri"/>
              </a:rPr>
              <a:t>c</a:t>
            </a:r>
            <a:r>
              <a:rPr sz="1750" b="1" i="1" spc="-5" dirty="0">
                <a:latin typeface="Calibri"/>
                <a:cs typeface="Calibri"/>
              </a:rPr>
              <a:t>a</a:t>
            </a:r>
            <a:r>
              <a:rPr sz="1750" b="1" i="1" spc="-20" dirty="0">
                <a:latin typeface="Calibri"/>
                <a:cs typeface="Calibri"/>
              </a:rPr>
              <a:t>n/</a:t>
            </a:r>
            <a:r>
              <a:rPr sz="1750" b="1" i="1" spc="-10" dirty="0">
                <a:latin typeface="Calibri"/>
                <a:cs typeface="Calibri"/>
              </a:rPr>
              <a:t>ma</a:t>
            </a:r>
            <a:r>
              <a:rPr sz="1750" b="1" i="1" spc="-5" dirty="0">
                <a:latin typeface="Calibri"/>
                <a:cs typeface="Calibri"/>
              </a:rPr>
              <a:t>y</a:t>
            </a:r>
            <a:r>
              <a:rPr sz="1750" spc="-10" dirty="0">
                <a:latin typeface="Calibri"/>
                <a:cs typeface="Calibri"/>
              </a:rPr>
              <a:t>”(w</a:t>
            </a:r>
            <a:r>
              <a:rPr sz="1750" spc="-15" dirty="0">
                <a:latin typeface="Calibri"/>
                <a:cs typeface="Calibri"/>
              </a:rPr>
              <a:t>h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0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it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ca</a:t>
            </a:r>
            <a:r>
              <a:rPr sz="1750" spc="-10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an</a:t>
            </a:r>
            <a:r>
              <a:rPr sz="1750" spc="-10" dirty="0">
                <a:latin typeface="Calibri"/>
                <a:cs typeface="Calibri"/>
              </a:rPr>
              <a:t>d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5" dirty="0">
                <a:latin typeface="Calibri"/>
                <a:cs typeface="Calibri"/>
              </a:rPr>
              <a:t>wh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0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it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ma</a:t>
            </a:r>
            <a:r>
              <a:rPr sz="1750" spc="-10" dirty="0">
                <a:latin typeface="Calibri"/>
                <a:cs typeface="Calibri"/>
              </a:rPr>
              <a:t>y?)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D123233-8D8A-4C83-BBE1-E8213FCEB4E9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S</a:t>
            </a:r>
            <a:r>
              <a:rPr spc="5"/>
              <a:t>o</a:t>
            </a:r>
            <a:r>
              <a:rPr spc="-45"/>
              <a:t>m</a:t>
            </a:r>
            <a:r>
              <a:rPr spc="-20"/>
              <a:t>e</a:t>
            </a:r>
            <a:r>
              <a:rPr spc="-10"/>
              <a:t> </a:t>
            </a:r>
            <a:r>
              <a:t>ad</a:t>
            </a:r>
            <a:r>
              <a:rPr spc="-10"/>
              <a:t>vi</a:t>
            </a:r>
            <a:r>
              <a:rPr spc="-25"/>
              <a:t>c</a:t>
            </a:r>
            <a:r>
              <a:rPr spc="-15"/>
              <a:t>e</a:t>
            </a:r>
            <a:r>
              <a:t>s</a:t>
            </a: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867104"/>
            <a:ext cx="7061200" cy="2331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buFont typeface="Trebuchet MS"/>
              <a:buChar char="•"/>
              <a:tabLst>
                <a:tab pos="250190" algn="l"/>
              </a:tabLst>
            </a:pPr>
            <a:r>
              <a:rPr sz="2000" spc="-10" dirty="0">
                <a:latin typeface="Calibri"/>
                <a:cs typeface="Calibri"/>
              </a:rPr>
              <a:t>V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e: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spc="10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-5" dirty="0">
                <a:latin typeface="Calibri"/>
                <a:cs typeface="Calibri"/>
              </a:rPr>
              <a:t>ac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1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uc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ns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z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ss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50190" indent="-237490">
              <a:lnSpc>
                <a:spcPct val="100000"/>
              </a:lnSpc>
              <a:spcBef>
                <a:spcPts val="1460"/>
              </a:spcBef>
              <a:buFont typeface="Trebuchet MS"/>
              <a:buChar char="•"/>
              <a:tabLst>
                <a:tab pos="250190" algn="l"/>
              </a:tabLst>
            </a:pPr>
            <a:r>
              <a:rPr sz="2000" dirty="0">
                <a:latin typeface="Calibri"/>
                <a:cs typeface="Calibri"/>
              </a:rPr>
              <a:t>Te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1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1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pr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1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50190" marR="5080" indent="-237490">
              <a:lnSpc>
                <a:spcPct val="90600"/>
              </a:lnSpc>
              <a:spcBef>
                <a:spcPts val="1675"/>
              </a:spcBef>
              <a:buFont typeface="Trebuchet MS"/>
              <a:buChar char="•"/>
              <a:tabLst>
                <a:tab pos="250190" algn="l"/>
              </a:tabLst>
            </a:pPr>
            <a:r>
              <a:rPr sz="2000" spc="-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f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g</a:t>
            </a:r>
            <a:r>
              <a:rPr sz="2000" spc="-10" dirty="0">
                <a:latin typeface="Calibri"/>
                <a:cs typeface="Calibri"/>
              </a:rPr>
              <a:t>at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10" dirty="0">
                <a:latin typeface="Calibri"/>
                <a:cs typeface="Calibri"/>
              </a:rPr>
              <a:t>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y, 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.g</a:t>
            </a:r>
            <a:r>
              <a:rPr sz="2000" spc="5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y “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da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blo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k</a:t>
            </a:r>
            <a:r>
              <a:rPr sz="2000" spc="-5" dirty="0">
                <a:latin typeface="Calibri"/>
                <a:cs typeface="Calibri"/>
              </a:rPr>
              <a:t> wa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s </a:t>
            </a:r>
            <a:r>
              <a:rPr sz="2000" spc="10" dirty="0">
                <a:latin typeface="Calibri"/>
                <a:cs typeface="Calibri"/>
              </a:rPr>
              <a:t>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h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t </a:t>
            </a:r>
            <a:r>
              <a:rPr sz="2000" spc="-5" dirty="0">
                <a:latin typeface="Calibri"/>
                <a:cs typeface="Calibri"/>
              </a:rPr>
              <a:t>qu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”</a:t>
            </a:r>
            <a:r>
              <a:rPr sz="2000" dirty="0">
                <a:latin typeface="Calibri"/>
                <a:cs typeface="Calibri"/>
              </a:rPr>
              <a:t> ins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“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k</a:t>
            </a:r>
            <a:r>
              <a:rPr sz="2000" spc="-5" dirty="0">
                <a:latin typeface="Calibri"/>
                <a:cs typeface="Calibri"/>
              </a:rPr>
              <a:t> awa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put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is n</a:t>
            </a:r>
            <a:r>
              <a:rPr sz="2000" spc="10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he qu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5" dirty="0">
                <a:latin typeface="Calibri"/>
                <a:cs typeface="Calibri"/>
              </a:rPr>
              <a:t>”</a:t>
            </a:r>
            <a:endParaRPr sz="2000" dirty="0">
              <a:latin typeface="Calibri"/>
              <a:cs typeface="Calibri"/>
            </a:endParaRPr>
          </a:p>
          <a:p>
            <a:pPr marL="250190" indent="-237490">
              <a:lnSpc>
                <a:spcPct val="100000"/>
              </a:lnSpc>
              <a:spcBef>
                <a:spcPts val="1460"/>
              </a:spcBef>
              <a:buFont typeface="Trebuchet MS"/>
              <a:buChar char="•"/>
              <a:tabLst>
                <a:tab pos="250190" algn="l"/>
              </a:tabLst>
            </a:pPr>
            <a:r>
              <a:rPr sz="2000" spc="-5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mma</a:t>
            </a:r>
            <a:r>
              <a:rPr sz="2000" dirty="0">
                <a:latin typeface="Calibri"/>
                <a:cs typeface="Calibri"/>
              </a:rPr>
              <a:t>r: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11910" y="425718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3689" y="4252277"/>
            <a:ext cx="6214745" cy="51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89"/>
              </a:lnSpc>
            </a:pPr>
            <a:r>
              <a:rPr sz="1850" spc="-10" dirty="0">
                <a:latin typeface="Calibri"/>
                <a:cs typeface="Calibri"/>
              </a:rPr>
              <a:t>Be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ar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f</a:t>
            </a:r>
            <a:r>
              <a:rPr sz="1850" spc="-5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 t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spc="-10" dirty="0">
                <a:latin typeface="Calibri"/>
                <a:cs typeface="Calibri"/>
              </a:rPr>
              <a:t>at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th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sub</a:t>
            </a:r>
            <a:r>
              <a:rPr sz="1850" spc="5" dirty="0">
                <a:latin typeface="Calibri"/>
                <a:cs typeface="Calibri"/>
              </a:rPr>
              <a:t>j</a:t>
            </a:r>
            <a:r>
              <a:rPr sz="1850" spc="-15" dirty="0">
                <a:latin typeface="Calibri"/>
                <a:cs typeface="Calibri"/>
              </a:rPr>
              <a:t>ec</a:t>
            </a:r>
            <a:r>
              <a:rPr sz="1850" spc="-10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 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c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 sen</a:t>
            </a:r>
            <a:r>
              <a:rPr sz="1850" spc="-1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en</a:t>
            </a:r>
            <a:r>
              <a:rPr sz="1850" spc="-15" dirty="0">
                <a:latin typeface="Calibri"/>
                <a:cs typeface="Calibri"/>
              </a:rPr>
              <a:t>c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ll</a:t>
            </a:r>
            <a:r>
              <a:rPr sz="1850" spc="-10" dirty="0">
                <a:latin typeface="Calibri"/>
                <a:cs typeface="Calibri"/>
              </a:rPr>
              <a:t>y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d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 wh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th</a:t>
            </a:r>
            <a:r>
              <a:rPr sz="1850" spc="-10" dirty="0">
                <a:latin typeface="Calibri"/>
                <a:cs typeface="Calibri"/>
              </a:rPr>
              <a:t>e v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b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spc="-10" dirty="0">
                <a:latin typeface="Calibri"/>
                <a:cs typeface="Calibri"/>
              </a:rPr>
              <a:t>ay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 i</a:t>
            </a:r>
            <a:r>
              <a:rPr sz="1850" spc="-10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d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es</a:t>
            </a:r>
            <a:r>
              <a:rPr sz="1850" dirty="0">
                <a:latin typeface="Calibri"/>
                <a:cs typeface="Calibri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4339" y="4852454"/>
            <a:ext cx="100330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spc="130" dirty="0">
                <a:latin typeface="Calibri"/>
                <a:cs typeface="Calibri"/>
              </a:rPr>
              <a:t>●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3689" y="4819650"/>
            <a:ext cx="6622415" cy="1270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5920" marR="5080" algn="just">
              <a:lnSpc>
                <a:spcPct val="91700"/>
              </a:lnSpc>
            </a:pPr>
            <a:r>
              <a:rPr sz="1650" dirty="0">
                <a:latin typeface="Calibri"/>
                <a:cs typeface="Calibri"/>
              </a:rPr>
              <a:t>Say</a:t>
            </a:r>
            <a:r>
              <a:rPr sz="1650" spc="-10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g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“</a:t>
            </a:r>
            <a:r>
              <a:rPr sz="1650" spc="5" dirty="0">
                <a:latin typeface="Calibri"/>
                <a:cs typeface="Calibri"/>
              </a:rPr>
              <a:t>Pr</a:t>
            </a:r>
            <a:r>
              <a:rPr sz="1650" spc="-5" dirty="0">
                <a:latin typeface="Calibri"/>
                <a:cs typeface="Calibri"/>
              </a:rPr>
              <a:t>o</a:t>
            </a:r>
            <a:r>
              <a:rPr sz="1650" spc="10" dirty="0">
                <a:latin typeface="Calibri"/>
                <a:cs typeface="Calibri"/>
              </a:rPr>
              <a:t>g</a:t>
            </a:r>
            <a:r>
              <a:rPr sz="1650" spc="-5" dirty="0">
                <a:latin typeface="Calibri"/>
                <a:cs typeface="Calibri"/>
              </a:rPr>
              <a:t>r</a:t>
            </a:r>
            <a:r>
              <a:rPr sz="1650" spc="5" dirty="0">
                <a:latin typeface="Calibri"/>
                <a:cs typeface="Calibri"/>
              </a:rPr>
              <a:t>ams </a:t>
            </a:r>
            <a:r>
              <a:rPr sz="1650" spc="15" dirty="0">
                <a:latin typeface="Calibri"/>
                <a:cs typeface="Calibri"/>
              </a:rPr>
              <a:t>mu</a:t>
            </a:r>
            <a:r>
              <a:rPr sz="1650" spc="5" dirty="0">
                <a:latin typeface="Calibri"/>
                <a:cs typeface="Calibri"/>
              </a:rPr>
              <a:t>st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make </a:t>
            </a:r>
            <a:r>
              <a:rPr sz="1650" spc="10" dirty="0">
                <a:latin typeface="Calibri"/>
                <a:cs typeface="Calibri"/>
              </a:rPr>
              <a:t>p</a:t>
            </a:r>
            <a:r>
              <a:rPr sz="1650" spc="5" dirty="0">
                <a:latin typeface="Calibri"/>
                <a:cs typeface="Calibri"/>
              </a:rPr>
              <a:t>ro</a:t>
            </a:r>
            <a:r>
              <a:rPr sz="1650" dirty="0">
                <a:latin typeface="Calibri"/>
                <a:cs typeface="Calibri"/>
              </a:rPr>
              <a:t>c</a:t>
            </a:r>
            <a:r>
              <a:rPr sz="1650" spc="5" dirty="0">
                <a:latin typeface="Calibri"/>
                <a:cs typeface="Calibri"/>
              </a:rPr>
              <a:t>e</a:t>
            </a:r>
            <a:r>
              <a:rPr sz="1650" spc="10" dirty="0">
                <a:latin typeface="Calibri"/>
                <a:cs typeface="Calibri"/>
              </a:rPr>
              <a:t>d</a:t>
            </a:r>
            <a:r>
              <a:rPr sz="1650" dirty="0">
                <a:latin typeface="Calibri"/>
                <a:cs typeface="Calibri"/>
              </a:rPr>
              <a:t>u</a:t>
            </a:r>
            <a:r>
              <a:rPr sz="1650" spc="5" dirty="0">
                <a:latin typeface="Calibri"/>
                <a:cs typeface="Calibri"/>
              </a:rPr>
              <a:t>re </a:t>
            </a:r>
            <a:r>
              <a:rPr sz="1650" dirty="0">
                <a:latin typeface="Calibri"/>
                <a:cs typeface="Calibri"/>
              </a:rPr>
              <a:t>c</a:t>
            </a:r>
            <a:r>
              <a:rPr sz="1650" spc="5" dirty="0">
                <a:latin typeface="Calibri"/>
                <a:cs typeface="Calibri"/>
              </a:rPr>
              <a:t>a</a:t>
            </a:r>
            <a:r>
              <a:rPr sz="1650" spc="-5" dirty="0">
                <a:latin typeface="Calibri"/>
                <a:cs typeface="Calibri"/>
              </a:rPr>
              <a:t>ll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u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g </a:t>
            </a:r>
            <a:r>
              <a:rPr sz="1650" spc="10" dirty="0">
                <a:latin typeface="Calibri"/>
                <a:cs typeface="Calibri"/>
              </a:rPr>
              <a:t>th</a:t>
            </a:r>
            <a:r>
              <a:rPr sz="1650" spc="5" dirty="0">
                <a:latin typeface="Calibri"/>
                <a:cs typeface="Calibri"/>
              </a:rPr>
              <a:t>e X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dirty="0">
                <a:latin typeface="Calibri"/>
                <a:cs typeface="Calibri"/>
              </a:rPr>
              <a:t>uc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5" dirty="0">
                <a:latin typeface="Calibri"/>
                <a:cs typeface="Calibri"/>
              </a:rPr>
              <a:t>o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”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ot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dirty="0">
                <a:latin typeface="Calibri"/>
                <a:cs typeface="Calibri"/>
              </a:rPr>
              <a:t>h</a:t>
            </a:r>
            <a:r>
              <a:rPr sz="1650" spc="5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15" dirty="0">
                <a:latin typeface="Calibri"/>
                <a:cs typeface="Calibri"/>
              </a:rPr>
              <a:t>m</a:t>
            </a:r>
            <a:r>
              <a:rPr sz="1650" spc="5" dirty="0">
                <a:latin typeface="Calibri"/>
                <a:cs typeface="Calibri"/>
              </a:rPr>
              <a:t>e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dirty="0">
                <a:latin typeface="Calibri"/>
                <a:cs typeface="Calibri"/>
              </a:rPr>
              <a:t>ay</a:t>
            </a:r>
            <a:r>
              <a:rPr sz="1650" spc="-10" dirty="0">
                <a:latin typeface="Calibri"/>
                <a:cs typeface="Calibri"/>
              </a:rPr>
              <a:t>i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g</a:t>
            </a:r>
            <a:r>
              <a:rPr sz="1650" spc="10" dirty="0">
                <a:latin typeface="Calibri"/>
                <a:cs typeface="Calibri"/>
              </a:rPr>
              <a:t> “</a:t>
            </a:r>
            <a:r>
              <a:rPr sz="1650" spc="-5" dirty="0">
                <a:latin typeface="Calibri"/>
                <a:cs typeface="Calibri"/>
              </a:rPr>
              <a:t>P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spc="-5" dirty="0">
                <a:latin typeface="Calibri"/>
                <a:cs typeface="Calibri"/>
              </a:rPr>
              <a:t>o</a:t>
            </a:r>
            <a:r>
              <a:rPr sz="1650" spc="10" dirty="0">
                <a:latin typeface="Calibri"/>
                <a:cs typeface="Calibri"/>
              </a:rPr>
              <a:t>g</a:t>
            </a:r>
            <a:r>
              <a:rPr sz="1650" spc="-5" dirty="0">
                <a:latin typeface="Calibri"/>
                <a:cs typeface="Calibri"/>
              </a:rPr>
              <a:t>r</a:t>
            </a:r>
            <a:r>
              <a:rPr sz="1650" spc="5" dirty="0">
                <a:latin typeface="Calibri"/>
                <a:cs typeface="Calibri"/>
              </a:rPr>
              <a:t>ams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m</a:t>
            </a:r>
            <a:r>
              <a:rPr sz="1650" spc="10" dirty="0">
                <a:latin typeface="Calibri"/>
                <a:cs typeface="Calibri"/>
              </a:rPr>
              <a:t>u</a:t>
            </a:r>
            <a:r>
              <a:rPr sz="1650" spc="5" dirty="0">
                <a:latin typeface="Calibri"/>
                <a:cs typeface="Calibri"/>
              </a:rPr>
              <a:t>st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</a:t>
            </a:r>
            <a:r>
              <a:rPr sz="1650" spc="5" dirty="0">
                <a:latin typeface="Calibri"/>
                <a:cs typeface="Calibri"/>
              </a:rPr>
              <a:t>se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10" dirty="0">
                <a:latin typeface="Calibri"/>
                <a:cs typeface="Calibri"/>
              </a:rPr>
              <a:t>h</a:t>
            </a:r>
            <a:r>
              <a:rPr sz="1650" spc="5" dirty="0">
                <a:latin typeface="Calibri"/>
                <a:cs typeface="Calibri"/>
              </a:rPr>
              <a:t>e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X i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s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spc="10" dirty="0">
                <a:latin typeface="Calibri"/>
                <a:cs typeface="Calibri"/>
              </a:rPr>
              <a:t>u</a:t>
            </a:r>
            <a:r>
              <a:rPr sz="1650" spc="-5" dirty="0">
                <a:latin typeface="Calibri"/>
                <a:cs typeface="Calibri"/>
              </a:rPr>
              <a:t>c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spc="5" dirty="0">
                <a:latin typeface="Calibri"/>
                <a:cs typeface="Calibri"/>
              </a:rPr>
              <a:t>on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w</a:t>
            </a:r>
            <a:r>
              <a:rPr sz="1650" spc="10" dirty="0">
                <a:latin typeface="Calibri"/>
                <a:cs typeface="Calibri"/>
              </a:rPr>
              <a:t>h</a:t>
            </a:r>
            <a:r>
              <a:rPr sz="1650" spc="5" dirty="0">
                <a:latin typeface="Calibri"/>
                <a:cs typeface="Calibri"/>
              </a:rPr>
              <a:t>en</a:t>
            </a:r>
            <a:r>
              <a:rPr sz="1650" spc="10" dirty="0">
                <a:latin typeface="Calibri"/>
                <a:cs typeface="Calibri"/>
              </a:rPr>
              <a:t> th</a:t>
            </a:r>
            <a:r>
              <a:rPr sz="1650" spc="-5" dirty="0">
                <a:latin typeface="Calibri"/>
                <a:cs typeface="Calibri"/>
              </a:rPr>
              <a:t>e</a:t>
            </a:r>
            <a:r>
              <a:rPr sz="1650" spc="5" dirty="0">
                <a:latin typeface="Calibri"/>
                <a:cs typeface="Calibri"/>
              </a:rPr>
              <a:t>y</a:t>
            </a:r>
            <a:r>
              <a:rPr sz="1650" dirty="0">
                <a:latin typeface="Calibri"/>
                <a:cs typeface="Calibri"/>
              </a:rPr>
              <a:t> ca</a:t>
            </a:r>
            <a:r>
              <a:rPr sz="1650" spc="5" dirty="0">
                <a:latin typeface="Calibri"/>
                <a:cs typeface="Calibri"/>
              </a:rPr>
              <a:t>ll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a</a:t>
            </a:r>
            <a:r>
              <a:rPr sz="1650" spc="10" dirty="0">
                <a:latin typeface="Calibri"/>
                <a:cs typeface="Calibri"/>
              </a:rPr>
              <a:t> p</a:t>
            </a:r>
            <a:r>
              <a:rPr sz="1650" spc="5" dirty="0">
                <a:latin typeface="Calibri"/>
                <a:cs typeface="Calibri"/>
              </a:rPr>
              <a:t>ro</a:t>
            </a:r>
            <a:r>
              <a:rPr sz="1650" spc="-5" dirty="0">
                <a:latin typeface="Calibri"/>
                <a:cs typeface="Calibri"/>
              </a:rPr>
              <a:t>c</a:t>
            </a:r>
            <a:r>
              <a:rPr sz="1650" spc="5" dirty="0">
                <a:latin typeface="Calibri"/>
                <a:cs typeface="Calibri"/>
              </a:rPr>
              <a:t>e</a:t>
            </a:r>
            <a:r>
              <a:rPr sz="1650" spc="10" dirty="0">
                <a:latin typeface="Calibri"/>
                <a:cs typeface="Calibri"/>
              </a:rPr>
              <a:t>du</a:t>
            </a:r>
            <a:r>
              <a:rPr sz="1650" spc="5" dirty="0">
                <a:latin typeface="Calibri"/>
                <a:cs typeface="Calibri"/>
              </a:rPr>
              <a:t>re</a:t>
            </a:r>
            <a:r>
              <a:rPr sz="1650" spc="-5" dirty="0">
                <a:latin typeface="Calibri"/>
                <a:cs typeface="Calibri"/>
              </a:rPr>
              <a:t>.</a:t>
            </a:r>
            <a:r>
              <a:rPr sz="1650" spc="5" dirty="0">
                <a:latin typeface="Calibri"/>
                <a:cs typeface="Calibri"/>
              </a:rPr>
              <a:t>”</a:t>
            </a:r>
            <a:endParaRPr sz="1650" dirty="0">
              <a:latin typeface="Calibri"/>
              <a:cs typeface="Calibri"/>
            </a:endParaRPr>
          </a:p>
          <a:p>
            <a:pPr marL="12700" marR="278765">
              <a:lnSpc>
                <a:spcPts val="1989"/>
              </a:lnSpc>
              <a:spcBef>
                <a:spcPts val="535"/>
              </a:spcBef>
            </a:pPr>
            <a:r>
              <a:rPr sz="1850" spc="-5" dirty="0">
                <a:latin typeface="Calibri"/>
                <a:cs typeface="Calibri"/>
              </a:rPr>
              <a:t>Al</a:t>
            </a:r>
            <a:r>
              <a:rPr sz="1850" dirty="0">
                <a:latin typeface="Calibri"/>
                <a:cs typeface="Calibri"/>
              </a:rPr>
              <a:t>l</a:t>
            </a:r>
            <a:r>
              <a:rPr sz="1850" spc="-5" dirty="0">
                <a:latin typeface="Calibri"/>
                <a:cs typeface="Calibri"/>
              </a:rPr>
              <a:t> c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15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put</a:t>
            </a:r>
            <a:r>
              <a:rPr sz="1850" spc="-15" dirty="0">
                <a:latin typeface="Calibri"/>
                <a:cs typeface="Calibri"/>
              </a:rPr>
              <a:t>e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sci</a:t>
            </a:r>
            <a:r>
              <a:rPr sz="1850" spc="-15" dirty="0">
                <a:latin typeface="Calibri"/>
                <a:cs typeface="Calibri"/>
              </a:rPr>
              <a:t>en</a:t>
            </a:r>
            <a:r>
              <a:rPr sz="1850" spc="-5" dirty="0">
                <a:latin typeface="Calibri"/>
                <a:cs typeface="Calibri"/>
              </a:rPr>
              <a:t>tist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 sh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l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kn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15" dirty="0">
                <a:latin typeface="Calibri"/>
                <a:cs typeface="Calibri"/>
              </a:rPr>
              <a:t>w</a:t>
            </a:r>
            <a:r>
              <a:rPr sz="1850" spc="-5" dirty="0">
                <a:latin typeface="Calibri"/>
                <a:cs typeface="Calibri"/>
              </a:rPr>
              <a:t> th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ule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-5" dirty="0">
                <a:latin typeface="Calibri"/>
                <a:cs typeface="Calibri"/>
              </a:rPr>
              <a:t> l</a:t>
            </a:r>
            <a:r>
              <a:rPr sz="1850" spc="-10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gic</a:t>
            </a:r>
            <a:r>
              <a:rPr sz="1850" dirty="0">
                <a:latin typeface="Calibri"/>
                <a:cs typeface="Calibri"/>
              </a:rPr>
              <a:t>. </a:t>
            </a:r>
            <a:r>
              <a:rPr sz="1850" spc="-1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s</a:t>
            </a:r>
            <a:r>
              <a:rPr sz="1850" spc="-10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 t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spc="-15" dirty="0">
                <a:latin typeface="Calibri"/>
                <a:cs typeface="Calibri"/>
              </a:rPr>
              <a:t>em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n </a:t>
            </a:r>
            <a:r>
              <a:rPr sz="1850" spc="-20" dirty="0">
                <a:latin typeface="Calibri"/>
                <a:cs typeface="Calibri"/>
              </a:rPr>
              <a:t>w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iti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spc="-25" dirty="0">
                <a:latin typeface="Calibri"/>
                <a:cs typeface="Calibri"/>
              </a:rPr>
              <a:t>g</a:t>
            </a:r>
            <a:r>
              <a:rPr sz="1850" dirty="0">
                <a:latin typeface="Calibri"/>
                <a:cs typeface="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11910" y="558052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0724FC7-E9BD-4716-9A78-A0023FB9EDC9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25"/>
              <a:t>Gener</a:t>
            </a:r>
            <a:r>
              <a:t>al</a:t>
            </a:r>
            <a:r>
              <a:rPr spc="-10"/>
              <a:t> </a:t>
            </a:r>
            <a:r>
              <a:rPr spc="-25"/>
              <a:t>reco</a:t>
            </a:r>
            <a:r>
              <a:rPr spc="-35"/>
              <a:t>m</a:t>
            </a:r>
            <a:r>
              <a:rPr spc="-45"/>
              <a:t>m</a:t>
            </a:r>
            <a:r>
              <a:rPr spc="-5"/>
              <a:t>endat</a:t>
            </a:r>
            <a:r>
              <a:rPr spc="-10"/>
              <a:t>i</a:t>
            </a:r>
            <a:r>
              <a:rPr spc="5"/>
              <a:t>o</a:t>
            </a:r>
            <a:r>
              <a:rPr spc="-5"/>
              <a:t>ns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639009"/>
            <a:ext cx="7910830" cy="158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29" marR="5080" indent="-240029">
              <a:lnSpc>
                <a:spcPts val="2200"/>
              </a:lnSpc>
              <a:buSzPct val="97560"/>
              <a:buFont typeface="Trebuchet MS"/>
              <a:buChar char="•"/>
              <a:tabLst>
                <a:tab pos="252729" algn="l"/>
              </a:tabLst>
            </a:pPr>
            <a:r>
              <a:rPr sz="2050" spc="-40" dirty="0">
                <a:latin typeface="Calibri"/>
                <a:cs typeface="Calibri"/>
              </a:rPr>
              <a:t>F</a:t>
            </a:r>
            <a:r>
              <a:rPr sz="2050" spc="-10" dirty="0">
                <a:latin typeface="Calibri"/>
                <a:cs typeface="Calibri"/>
              </a:rPr>
              <a:t>oc</a:t>
            </a:r>
            <a:r>
              <a:rPr sz="2050" spc="-30" dirty="0">
                <a:latin typeface="Calibri"/>
                <a:cs typeface="Calibri"/>
              </a:rPr>
              <a:t>u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 on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50" spc="-5" dirty="0">
                <a:latin typeface="Calibri"/>
                <a:cs typeface="Calibri"/>
              </a:rPr>
              <a:t>e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30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30" dirty="0">
                <a:latin typeface="Calibri"/>
                <a:cs typeface="Calibri"/>
              </a:rPr>
              <a:t>n</a:t>
            </a:r>
            <a:r>
              <a:rPr sz="2050" spc="-15" dirty="0">
                <a:latin typeface="Calibri"/>
                <a:cs typeface="Calibri"/>
              </a:rPr>
              <a:t>d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ot </a:t>
            </a:r>
            <a:r>
              <a:rPr sz="2050" spc="-1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10" dirty="0">
                <a:latin typeface="Calibri"/>
                <a:cs typeface="Calibri"/>
              </a:rPr>
              <a:t>e </a:t>
            </a:r>
            <a:r>
              <a:rPr sz="2050" spc="-30" dirty="0">
                <a:latin typeface="Calibri"/>
                <a:cs typeface="Calibri"/>
              </a:rPr>
              <a:t>p</a:t>
            </a:r>
            <a:r>
              <a:rPr sz="2050" spc="-15" dirty="0">
                <a:latin typeface="Calibri"/>
                <a:cs typeface="Calibri"/>
              </a:rPr>
              <a:t>eople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o</a:t>
            </a:r>
            <a:r>
              <a:rPr sz="2050" spc="-10" dirty="0">
                <a:latin typeface="Calibri"/>
                <a:cs typeface="Calibri"/>
              </a:rPr>
              <a:t>r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circumst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15" dirty="0">
                <a:latin typeface="Calibri"/>
                <a:cs typeface="Calibri"/>
              </a:rPr>
              <a:t>nce</a:t>
            </a:r>
            <a:r>
              <a:rPr sz="2000" spc="1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i</a:t>
            </a:r>
            <a:r>
              <a:rPr sz="2050" spc="-15" dirty="0">
                <a:latin typeface="Calibri"/>
                <a:cs typeface="Calibri"/>
              </a:rPr>
              <a:t>n </a:t>
            </a:r>
            <a:r>
              <a:rPr sz="2050" spc="-5" dirty="0">
                <a:latin typeface="Calibri"/>
                <a:cs typeface="Calibri"/>
              </a:rPr>
              <a:t>w</a:t>
            </a:r>
            <a:r>
              <a:rPr sz="2050" spc="-20" dirty="0">
                <a:latin typeface="Calibri"/>
                <a:cs typeface="Calibri"/>
              </a:rPr>
              <a:t>h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10" dirty="0">
                <a:latin typeface="Calibri"/>
                <a:cs typeface="Calibri"/>
              </a:rPr>
              <a:t>ch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50" spc="-5" dirty="0">
                <a:latin typeface="Calibri"/>
                <a:cs typeface="Calibri"/>
              </a:rPr>
              <a:t>w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50" spc="-25" dirty="0">
                <a:latin typeface="Calibri"/>
                <a:cs typeface="Calibri"/>
              </a:rPr>
              <a:t>r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 o</a:t>
            </a:r>
            <a:r>
              <a:rPr sz="2000" spc="10" dirty="0">
                <a:latin typeface="Calibri"/>
                <a:cs typeface="Calibri"/>
              </a:rPr>
              <a:t>bt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15" dirty="0">
                <a:latin typeface="Calibri"/>
                <a:cs typeface="Calibri"/>
              </a:rPr>
              <a:t>ine</a:t>
            </a:r>
            <a:r>
              <a:rPr sz="2000" spc="10" dirty="0">
                <a:latin typeface="Calibri"/>
                <a:cs typeface="Calibri"/>
              </a:rPr>
              <a:t>d.</a:t>
            </a:r>
            <a:endParaRPr sz="2000" dirty="0">
              <a:latin typeface="Calibri"/>
              <a:cs typeface="Calibri"/>
            </a:endParaRPr>
          </a:p>
          <a:p>
            <a:pPr marL="252729" indent="-240029">
              <a:lnSpc>
                <a:spcPct val="100000"/>
              </a:lnSpc>
              <a:spcBef>
                <a:spcPts val="1410"/>
              </a:spcBef>
              <a:buSzPct val="97560"/>
              <a:buFont typeface="Trebuchet MS"/>
              <a:buChar char="•"/>
              <a:tabLst>
                <a:tab pos="252729" algn="l"/>
              </a:tabLst>
            </a:pPr>
            <a:r>
              <a:rPr sz="2050" spc="-5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v</a:t>
            </a:r>
            <a:r>
              <a:rPr sz="2000" spc="20" dirty="0">
                <a:latin typeface="Calibri"/>
                <a:cs typeface="Calibri"/>
              </a:rPr>
              <a:t>o</a:t>
            </a:r>
            <a:r>
              <a:rPr sz="2050" spc="-10" dirty="0">
                <a:latin typeface="Calibri"/>
                <a:cs typeface="Calibri"/>
              </a:rPr>
              <a:t>i</a:t>
            </a:r>
            <a:r>
              <a:rPr sz="2050" spc="-15" dirty="0">
                <a:latin typeface="Calibri"/>
                <a:cs typeface="Calibri"/>
              </a:rPr>
              <a:t>d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elf-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50" spc="-20" dirty="0">
                <a:latin typeface="Calibri"/>
                <a:cs typeface="Calibri"/>
              </a:rPr>
              <a:t>ssm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50" spc="-3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t </a:t>
            </a:r>
            <a:r>
              <a:rPr sz="2050" spc="-5" dirty="0">
                <a:latin typeface="Calibri"/>
                <a:cs typeface="Calibri"/>
              </a:rPr>
              <a:t>(</a:t>
            </a:r>
            <a:r>
              <a:rPr sz="2050" spc="-20" dirty="0">
                <a:latin typeface="Calibri"/>
                <a:cs typeface="Calibri"/>
              </a:rPr>
              <a:t>b</a:t>
            </a:r>
            <a:r>
              <a:rPr sz="2050" spc="-15" dirty="0">
                <a:latin typeface="Calibri"/>
                <a:cs typeface="Calibri"/>
              </a:rPr>
              <a:t>oth pr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10" dirty="0">
                <a:latin typeface="Calibri"/>
                <a:cs typeface="Calibri"/>
              </a:rPr>
              <a:t>i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an</a:t>
            </a:r>
            <a:r>
              <a:rPr sz="2050" spc="-15" dirty="0">
                <a:latin typeface="Calibri"/>
                <a:cs typeface="Calibri"/>
              </a:rPr>
              <a:t>d </a:t>
            </a:r>
            <a:r>
              <a:rPr sz="2050" spc="-10" dirty="0">
                <a:latin typeface="Calibri"/>
                <a:cs typeface="Calibri"/>
              </a:rPr>
              <a:t>c</a:t>
            </a:r>
            <a:r>
              <a:rPr sz="2050" spc="-15" dirty="0">
                <a:latin typeface="Calibri"/>
                <a:cs typeface="Calibri"/>
              </a:rPr>
              <a:t>ri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10" dirty="0">
                <a:latin typeface="Calibri"/>
                <a:cs typeface="Calibri"/>
              </a:rPr>
              <a:t>ci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m).</a:t>
            </a:r>
            <a:endParaRPr sz="2050" dirty="0">
              <a:latin typeface="Calibri"/>
              <a:cs typeface="Calibri"/>
            </a:endParaRPr>
          </a:p>
          <a:p>
            <a:pPr marL="252729" indent="-240029">
              <a:lnSpc>
                <a:spcPct val="100000"/>
              </a:lnSpc>
              <a:spcBef>
                <a:spcPts val="1480"/>
              </a:spcBef>
              <a:buFont typeface="Trebuchet MS"/>
              <a:buChar char="•"/>
              <a:tabLst>
                <a:tab pos="252729" algn="l"/>
              </a:tabLst>
            </a:pPr>
            <a:r>
              <a:rPr sz="2000" dirty="0">
                <a:latin typeface="Calibri"/>
                <a:cs typeface="Calibri"/>
              </a:rPr>
              <a:t>R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spc="15" dirty="0">
                <a:latin typeface="Calibri"/>
                <a:cs typeface="Calibri"/>
              </a:rPr>
              <a:t>f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nc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spc="1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2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 p</a:t>
            </a:r>
            <a:r>
              <a:rPr sz="2000" spc="10" dirty="0">
                <a:latin typeface="Calibri"/>
                <a:cs typeface="Calibri"/>
              </a:rPr>
              <a:t>ubli</a:t>
            </a:r>
            <a:r>
              <a:rPr sz="2000" spc="5" dirty="0">
                <a:latin typeface="Calibri"/>
                <a:cs typeface="Calibri"/>
              </a:rPr>
              <a:t>sh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spc="2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p</a:t>
            </a:r>
            <a:r>
              <a:rPr sz="2000" spc="5" dirty="0">
                <a:latin typeface="Calibri"/>
                <a:cs typeface="Calibri"/>
              </a:rPr>
              <a:t>ap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n</a:t>
            </a:r>
            <a:r>
              <a:rPr sz="2000" spc="2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uth</a:t>
            </a:r>
            <a:r>
              <a:rPr sz="2000" spc="20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4410" y="328182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0000" y="3276282"/>
            <a:ext cx="7149465" cy="83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20"/>
              </a:lnSpc>
            </a:pP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 si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spc="-10" dirty="0">
                <a:latin typeface="Calibri"/>
                <a:cs typeface="Calibri"/>
              </a:rPr>
              <a:t>g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l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r v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b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 r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r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 p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r e.g. “Tr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10" dirty="0">
                <a:latin typeface="Calibri"/>
                <a:cs typeface="Calibri"/>
              </a:rPr>
              <a:t>-</a:t>
            </a:r>
            <a:r>
              <a:rPr sz="1850" spc="5" dirty="0">
                <a:latin typeface="Calibri"/>
                <a:cs typeface="Calibri"/>
              </a:rPr>
              <a:t>L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nd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Du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ng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[</a:t>
            </a:r>
            <a:r>
              <a:rPr sz="1850" spc="5" dirty="0">
                <a:latin typeface="Calibri"/>
                <a:cs typeface="Calibri"/>
              </a:rPr>
              <a:t>1</a:t>
            </a:r>
            <a:r>
              <a:rPr sz="1850" dirty="0">
                <a:latin typeface="Calibri"/>
                <a:cs typeface="Calibri"/>
              </a:rPr>
              <a:t>]</a:t>
            </a:r>
            <a:r>
              <a:rPr sz="1850" spc="-5" dirty="0">
                <a:latin typeface="Calibri"/>
                <a:cs typeface="Calibri"/>
              </a:rPr>
              <a:t> r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ts 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at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15" dirty="0">
                <a:latin typeface="Calibri"/>
                <a:cs typeface="Calibri"/>
              </a:rPr>
              <a:t>…</a:t>
            </a:r>
            <a:r>
              <a:rPr sz="1850" spc="5" dirty="0">
                <a:latin typeface="Calibri"/>
                <a:cs typeface="Calibri"/>
              </a:rPr>
              <a:t>”</a:t>
            </a:r>
            <a:endParaRPr sz="1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50" spc="-2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v</a:t>
            </a:r>
            <a:r>
              <a:rPr sz="1850" spc="-5" dirty="0">
                <a:latin typeface="Calibri"/>
                <a:cs typeface="Calibri"/>
              </a:rPr>
              <a:t>oi</a:t>
            </a:r>
            <a:r>
              <a:rPr sz="1850" spc="5" dirty="0">
                <a:latin typeface="Calibri"/>
                <a:cs typeface="Calibri"/>
              </a:rPr>
              <a:t>d </a:t>
            </a:r>
            <a:r>
              <a:rPr sz="1850" dirty="0">
                <a:latin typeface="Calibri"/>
                <a:cs typeface="Calibri"/>
              </a:rPr>
              <a:t>usi</a:t>
            </a:r>
            <a:r>
              <a:rPr sz="1850" spc="5" dirty="0">
                <a:latin typeface="Calibri"/>
                <a:cs typeface="Calibri"/>
              </a:rPr>
              <a:t>ng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“The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 c</a:t>
            </a:r>
            <a:r>
              <a:rPr sz="1850" spc="5" dirty="0">
                <a:latin typeface="Calibri"/>
                <a:cs typeface="Calibri"/>
              </a:rPr>
              <a:t>la</a:t>
            </a:r>
            <a:r>
              <a:rPr sz="1850" spc="-5" dirty="0">
                <a:latin typeface="Calibri"/>
                <a:cs typeface="Calibri"/>
              </a:rPr>
              <a:t>i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hat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15" dirty="0">
                <a:latin typeface="Calibri"/>
                <a:cs typeface="Calibri"/>
              </a:rPr>
              <a:t>…</a:t>
            </a:r>
            <a:r>
              <a:rPr sz="1850" spc="5" dirty="0">
                <a:latin typeface="Calibri"/>
                <a:cs typeface="Calibri"/>
              </a:rPr>
              <a:t>”</a:t>
            </a:r>
            <a:r>
              <a:rPr sz="1850" dirty="0">
                <a:latin typeface="Calibri"/>
                <a:cs typeface="Calibri"/>
              </a:rPr>
              <a:t> bu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 “The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5" dirty="0">
                <a:latin typeface="Calibri"/>
                <a:cs typeface="Calibri"/>
              </a:rPr>
              <a:t>pe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es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hat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15" dirty="0">
                <a:latin typeface="Calibri"/>
                <a:cs typeface="Calibri"/>
              </a:rPr>
              <a:t>…</a:t>
            </a:r>
            <a:r>
              <a:rPr sz="1850" spc="5" dirty="0">
                <a:latin typeface="Calibri"/>
                <a:cs typeface="Calibri"/>
              </a:rPr>
              <a:t>”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4410" y="385840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300928"/>
            <a:ext cx="7540625" cy="158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29" indent="-240029">
              <a:lnSpc>
                <a:spcPct val="100000"/>
              </a:lnSpc>
              <a:buFont typeface="Trebuchet MS"/>
              <a:buChar char="•"/>
              <a:tabLst>
                <a:tab pos="252729" algn="l"/>
              </a:tabLst>
            </a:pPr>
            <a:r>
              <a:rPr sz="2050" spc="-15" dirty="0">
                <a:latin typeface="Calibri"/>
                <a:cs typeface="Calibri"/>
              </a:rPr>
              <a:t>Dr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w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2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g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o</a:t>
            </a:r>
            <a:r>
              <a:rPr sz="2050" spc="-20" dirty="0">
                <a:latin typeface="Calibri"/>
                <a:cs typeface="Calibri"/>
              </a:rPr>
              <a:t>n</a:t>
            </a:r>
            <a:r>
              <a:rPr sz="2050" spc="-15" dirty="0">
                <a:latin typeface="Calibri"/>
                <a:cs typeface="Calibri"/>
              </a:rPr>
              <a:t>l</a:t>
            </a:r>
            <a:r>
              <a:rPr sz="2050" spc="-10" dirty="0">
                <a:latin typeface="Calibri"/>
                <a:cs typeface="Calibri"/>
              </a:rPr>
              <a:t>y </a:t>
            </a:r>
            <a:r>
              <a:rPr sz="2050" spc="-5" dirty="0">
                <a:latin typeface="Calibri"/>
                <a:cs typeface="Calibri"/>
              </a:rPr>
              <a:t>w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15" dirty="0">
                <a:latin typeface="Calibri"/>
                <a:cs typeface="Calibri"/>
              </a:rPr>
              <a:t>rr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3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ted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co</a:t>
            </a:r>
            <a:r>
              <a:rPr sz="2050" spc="-15" dirty="0">
                <a:latin typeface="Calibri"/>
                <a:cs typeface="Calibri"/>
              </a:rPr>
              <a:t>ncl</a:t>
            </a:r>
            <a:r>
              <a:rPr sz="2050" spc="-30" dirty="0">
                <a:latin typeface="Calibri"/>
                <a:cs typeface="Calibri"/>
              </a:rPr>
              <a:t>u</a:t>
            </a:r>
            <a:r>
              <a:rPr sz="2050" spc="-15" dirty="0">
                <a:latin typeface="Calibri"/>
                <a:cs typeface="Calibri"/>
              </a:rPr>
              <a:t>sio</a:t>
            </a:r>
            <a:r>
              <a:rPr sz="2050" spc="-3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- 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15" dirty="0">
                <a:latin typeface="Calibri"/>
                <a:cs typeface="Calibri"/>
              </a:rPr>
              <a:t>re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them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conclu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iv</a:t>
            </a:r>
            <a:r>
              <a:rPr sz="2050" spc="-10" dirty="0">
                <a:latin typeface="Calibri"/>
                <a:cs typeface="Calibri"/>
              </a:rPr>
              <a:t>e?</a:t>
            </a:r>
            <a:endParaRPr sz="2050" dirty="0">
              <a:latin typeface="Calibri"/>
              <a:cs typeface="Calibri"/>
            </a:endParaRPr>
          </a:p>
          <a:p>
            <a:pPr marL="252729" marR="5080" indent="-240029">
              <a:lnSpc>
                <a:spcPts val="2190"/>
              </a:lnSpc>
              <a:spcBef>
                <a:spcPts val="1735"/>
              </a:spcBef>
              <a:buFont typeface="Trebuchet MS"/>
              <a:buChar char="•"/>
              <a:tabLst>
                <a:tab pos="252729" algn="l"/>
              </a:tabLst>
            </a:pPr>
            <a:r>
              <a:rPr sz="2050" spc="-15" dirty="0">
                <a:latin typeface="Calibri"/>
                <a:cs typeface="Calibri"/>
              </a:rPr>
              <a:t>Do</a:t>
            </a:r>
            <a:r>
              <a:rPr sz="2050" spc="-20" dirty="0">
                <a:latin typeface="Calibri"/>
                <a:cs typeface="Calibri"/>
              </a:rPr>
              <a:t>n’</a:t>
            </a:r>
            <a:r>
              <a:rPr sz="2050" spc="-10" dirty="0">
                <a:latin typeface="Calibri"/>
                <a:cs typeface="Calibri"/>
              </a:rPr>
              <a:t>t </a:t>
            </a:r>
            <a:r>
              <a:rPr sz="2050" spc="-20" dirty="0">
                <a:latin typeface="Calibri"/>
                <a:cs typeface="Calibri"/>
              </a:rPr>
              <a:t>mak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an</a:t>
            </a:r>
            <a:r>
              <a:rPr sz="2050" spc="-10" dirty="0">
                <a:latin typeface="Calibri"/>
                <a:cs typeface="Calibri"/>
              </a:rPr>
              <a:t>y </a:t>
            </a:r>
            <a:r>
              <a:rPr sz="2050" spc="-20" dirty="0">
                <a:latin typeface="Calibri"/>
                <a:cs typeface="Calibri"/>
              </a:rPr>
              <a:t>abs</a:t>
            </a:r>
            <a:r>
              <a:rPr sz="2050" spc="-15" dirty="0">
                <a:latin typeface="Calibri"/>
                <a:cs typeface="Calibri"/>
              </a:rPr>
              <a:t>tr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10" dirty="0">
                <a:latin typeface="Calibri"/>
                <a:cs typeface="Calibri"/>
              </a:rPr>
              <a:t>c</a:t>
            </a:r>
            <a:r>
              <a:rPr sz="2050" spc="-15" dirty="0">
                <a:latin typeface="Calibri"/>
                <a:cs typeface="Calibri"/>
              </a:rPr>
              <a:t>tion </a:t>
            </a:r>
            <a:r>
              <a:rPr sz="2050" spc="-5" dirty="0">
                <a:latin typeface="Calibri"/>
                <a:cs typeface="Calibri"/>
              </a:rPr>
              <a:t>(</a:t>
            </a:r>
            <a:r>
              <a:rPr sz="2050" spc="-15" dirty="0">
                <a:latin typeface="Calibri"/>
                <a:cs typeface="Calibri"/>
              </a:rPr>
              <a:t>illu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0" dirty="0">
                <a:latin typeface="Calibri"/>
                <a:cs typeface="Calibri"/>
              </a:rPr>
              <a:t>i</a:t>
            </a:r>
            <a:r>
              <a:rPr sz="2050" spc="-15" dirty="0">
                <a:latin typeface="Calibri"/>
                <a:cs typeface="Calibri"/>
              </a:rPr>
              <a:t>o</a:t>
            </a:r>
            <a:r>
              <a:rPr sz="2050" spc="-2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?)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of 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3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y co</a:t>
            </a:r>
            <a:r>
              <a:rPr sz="2050" spc="-25" dirty="0">
                <a:latin typeface="Calibri"/>
                <a:cs typeface="Calibri"/>
              </a:rPr>
              <a:t>mm</a:t>
            </a:r>
            <a:r>
              <a:rPr sz="2050" spc="-15" dirty="0">
                <a:latin typeface="Calibri"/>
                <a:cs typeface="Calibri"/>
              </a:rPr>
              <a:t>erci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5" dirty="0">
                <a:latin typeface="Calibri"/>
                <a:cs typeface="Calibri"/>
              </a:rPr>
              <a:t>l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uc</a:t>
            </a:r>
            <a:r>
              <a:rPr sz="2050" spc="-10" dirty="0">
                <a:latin typeface="Calibri"/>
                <a:cs typeface="Calibri"/>
              </a:rPr>
              <a:t>ce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of a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ide</a:t>
            </a:r>
            <a:r>
              <a:rPr sz="2050" spc="-20" dirty="0">
                <a:latin typeface="Calibri"/>
                <a:cs typeface="Calibri"/>
              </a:rPr>
              <a:t>a/m</a:t>
            </a:r>
            <a:r>
              <a:rPr sz="2050" spc="-10" dirty="0">
                <a:latin typeface="Calibri"/>
                <a:cs typeface="Calibri"/>
              </a:rPr>
              <a:t>et</a:t>
            </a:r>
            <a:r>
              <a:rPr sz="2050" spc="-20" dirty="0">
                <a:latin typeface="Calibri"/>
                <a:cs typeface="Calibri"/>
              </a:rPr>
              <a:t>h</a:t>
            </a:r>
            <a:r>
              <a:rPr sz="2050" spc="-15" dirty="0">
                <a:latin typeface="Calibri"/>
                <a:cs typeface="Calibri"/>
              </a:rPr>
              <a:t>od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i</a:t>
            </a:r>
            <a:r>
              <a:rPr sz="2050" spc="-15" dirty="0">
                <a:latin typeface="Calibri"/>
                <a:cs typeface="Calibri"/>
              </a:rPr>
              <a:t>n</a:t>
            </a:r>
            <a:r>
              <a:rPr sz="2050" spc="-20" dirty="0">
                <a:latin typeface="Calibri"/>
                <a:cs typeface="Calibri"/>
              </a:rPr>
              <a:t> s</a:t>
            </a:r>
            <a:r>
              <a:rPr sz="2050" spc="-10" dirty="0">
                <a:latin typeface="Calibri"/>
                <a:cs typeface="Calibri"/>
              </a:rPr>
              <a:t>c</a:t>
            </a:r>
            <a:r>
              <a:rPr sz="2050" spc="-15" dirty="0">
                <a:latin typeface="Calibri"/>
                <a:cs typeface="Calibri"/>
              </a:rPr>
              <a:t>ie</a:t>
            </a:r>
            <a:r>
              <a:rPr sz="2050" spc="-2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5" dirty="0">
                <a:latin typeface="Calibri"/>
                <a:cs typeface="Calibri"/>
              </a:rPr>
              <a:t>f</a:t>
            </a:r>
            <a:r>
              <a:rPr sz="2050" spc="-10" dirty="0">
                <a:latin typeface="Calibri"/>
                <a:cs typeface="Calibri"/>
              </a:rPr>
              <a:t>ic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r</a:t>
            </a:r>
            <a:r>
              <a:rPr sz="2050" spc="-5" dirty="0">
                <a:latin typeface="Calibri"/>
                <a:cs typeface="Calibri"/>
              </a:rPr>
              <a:t>e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50" spc="-20" dirty="0">
                <a:latin typeface="Calibri"/>
                <a:cs typeface="Calibri"/>
              </a:rPr>
              <a:t>a</a:t>
            </a:r>
            <a:r>
              <a:rPr sz="2050" spc="-15" dirty="0">
                <a:latin typeface="Calibri"/>
                <a:cs typeface="Calibri"/>
              </a:rPr>
              <a:t>rch </a:t>
            </a:r>
            <a:r>
              <a:rPr sz="2050" spc="-20" dirty="0">
                <a:latin typeface="Calibri"/>
                <a:cs typeface="Calibri"/>
              </a:rPr>
              <a:t>pa</a:t>
            </a:r>
            <a:r>
              <a:rPr sz="2050" spc="-30" dirty="0">
                <a:latin typeface="Calibri"/>
                <a:cs typeface="Calibri"/>
              </a:rPr>
              <a:t>p</a:t>
            </a:r>
            <a:r>
              <a:rPr sz="2050" spc="-15" dirty="0">
                <a:latin typeface="Calibri"/>
                <a:cs typeface="Calibri"/>
              </a:rPr>
              <a:t>er/di</a:t>
            </a:r>
            <a:r>
              <a:rPr sz="2050" spc="-20" dirty="0">
                <a:latin typeface="Calibri"/>
                <a:cs typeface="Calibri"/>
              </a:rPr>
              <a:t>ss</a:t>
            </a:r>
            <a:r>
              <a:rPr sz="2050" spc="-15" dirty="0">
                <a:latin typeface="Calibri"/>
                <a:cs typeface="Calibri"/>
              </a:rPr>
              <a:t>ert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15" dirty="0">
                <a:latin typeface="Calibri"/>
                <a:cs typeface="Calibri"/>
              </a:rPr>
              <a:t>tion.</a:t>
            </a:r>
            <a:endParaRPr sz="2050" dirty="0">
              <a:latin typeface="Calibri"/>
              <a:cs typeface="Calibri"/>
            </a:endParaRPr>
          </a:p>
          <a:p>
            <a:pPr marL="252729" indent="-240029">
              <a:lnSpc>
                <a:spcPct val="100000"/>
              </a:lnSpc>
              <a:spcBef>
                <a:spcPts val="1410"/>
              </a:spcBef>
              <a:buFont typeface="Trebuchet MS"/>
              <a:buChar char="•"/>
              <a:tabLst>
                <a:tab pos="252729" algn="l"/>
              </a:tabLst>
            </a:pP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cience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n</a:t>
            </a:r>
            <a:r>
              <a:rPr sz="2050" spc="-15" dirty="0">
                <a:latin typeface="Calibri"/>
                <a:cs typeface="Calibri"/>
              </a:rPr>
              <a:t>o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r</a:t>
            </a:r>
            <a:r>
              <a:rPr sz="2050" spc="-5" dirty="0">
                <a:latin typeface="Calibri"/>
                <a:cs typeface="Calibri"/>
              </a:rPr>
              <a:t>e</a:t>
            </a:r>
            <a:r>
              <a:rPr sz="2050" spc="-15" dirty="0">
                <a:latin typeface="Calibri"/>
                <a:cs typeface="Calibri"/>
              </a:rPr>
              <a:t>ligion!</a:t>
            </a:r>
            <a:r>
              <a:rPr sz="2050" spc="-10" dirty="0">
                <a:latin typeface="Calibri"/>
                <a:cs typeface="Calibri"/>
              </a:rPr>
              <a:t>!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85A1EF-818C-46B4-AD4A-1A66573F972C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7618" y="417771"/>
            <a:ext cx="742696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ts val="4790"/>
              </a:lnSpc>
            </a:pPr>
            <a:r>
              <a:rPr spc="-10"/>
              <a:t>T</a:t>
            </a:r>
            <a:r>
              <a:rPr spc="-5"/>
              <a:t>ypica</a:t>
            </a:r>
            <a:r>
              <a:t>l</a:t>
            </a:r>
            <a:r>
              <a:rPr spc="-15"/>
              <a:t> </a:t>
            </a:r>
            <a:r>
              <a:rPr spc="-10"/>
              <a:t>O</a:t>
            </a:r>
            <a:r>
              <a:rPr spc="-25"/>
              <a:t>r</a:t>
            </a:r>
            <a:r>
              <a:rPr spc="-10"/>
              <a:t>ganizatio</a:t>
            </a:r>
            <a:r>
              <a:t>n</a:t>
            </a:r>
            <a:r>
              <a:rPr spc="30"/>
              <a:t> </a:t>
            </a:r>
            <a:r>
              <a:rPr spc="-5"/>
              <a:t>of D</a:t>
            </a:r>
            <a:r>
              <a:rPr spc="-10"/>
              <a:t>i</a:t>
            </a:r>
            <a:r>
              <a:rPr spc="-5"/>
              <a:t>ss</a:t>
            </a:r>
            <a:r>
              <a:rPr spc="-25"/>
              <a:t>er</a:t>
            </a:r>
            <a:r>
              <a:rPr spc="-10"/>
              <a:t>t</a:t>
            </a:r>
            <a:r>
              <a:t>at</a:t>
            </a:r>
            <a:r>
              <a:rPr spc="-15"/>
              <a:t>i</a:t>
            </a:r>
            <a:r>
              <a:rPr spc="-5"/>
              <a:t>on</a:t>
            </a: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867601"/>
            <a:ext cx="2799080" cy="31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 indent="-245110">
              <a:lnSpc>
                <a:spcPct val="100000"/>
              </a:lnSpc>
              <a:buFont typeface="Trebuchet MS"/>
              <a:buChar char="•"/>
              <a:tabLst>
                <a:tab pos="257810" algn="l"/>
              </a:tabLst>
            </a:pPr>
            <a:r>
              <a:rPr sz="2050" spc="10" dirty="0">
                <a:latin typeface="Calibri"/>
                <a:cs typeface="Calibri"/>
              </a:rPr>
              <a:t>Ch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5" dirty="0">
                <a:latin typeface="Calibri"/>
                <a:cs typeface="Calibri"/>
              </a:rPr>
              <a:t>p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15" dirty="0">
                <a:latin typeface="Calibri"/>
                <a:cs typeface="Calibri"/>
              </a:rPr>
              <a:t>e</a:t>
            </a:r>
            <a:r>
              <a:rPr sz="2050" spc="5" dirty="0">
                <a:latin typeface="Calibri"/>
                <a:cs typeface="Calibri"/>
              </a:rPr>
              <a:t>r </a:t>
            </a:r>
            <a:r>
              <a:rPr sz="2050" spc="-5" dirty="0">
                <a:latin typeface="Calibri"/>
                <a:cs typeface="Calibri"/>
              </a:rPr>
              <a:t>1</a:t>
            </a:r>
            <a:r>
              <a:rPr sz="2050" spc="5" dirty="0">
                <a:latin typeface="Calibri"/>
                <a:cs typeface="Calibri"/>
              </a:rPr>
              <a:t>: I</a:t>
            </a:r>
            <a:r>
              <a:rPr sz="2050" spc="10" dirty="0">
                <a:latin typeface="Calibri"/>
                <a:cs typeface="Calibri"/>
              </a:rPr>
              <a:t>n</a:t>
            </a:r>
            <a:r>
              <a:rPr sz="2050" dirty="0">
                <a:latin typeface="Calibri"/>
                <a:cs typeface="Calibri"/>
              </a:rPr>
              <a:t>tr</a:t>
            </a:r>
            <a:r>
              <a:rPr sz="2050" spc="15" dirty="0">
                <a:latin typeface="Calibri"/>
                <a:cs typeface="Calibri"/>
              </a:rPr>
              <a:t>o</a:t>
            </a:r>
            <a:r>
              <a:rPr sz="2050" spc="10" dirty="0">
                <a:latin typeface="Calibri"/>
                <a:cs typeface="Calibri"/>
              </a:rPr>
              <a:t>du</a:t>
            </a:r>
            <a:r>
              <a:rPr sz="2050" spc="5" dirty="0">
                <a:latin typeface="Calibri"/>
                <a:cs typeface="Calibri"/>
              </a:rPr>
              <a:t>c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10" dirty="0">
                <a:latin typeface="Calibri"/>
                <a:cs typeface="Calibri"/>
              </a:rPr>
              <a:t>i</a:t>
            </a:r>
            <a:r>
              <a:rPr sz="2050" spc="15" dirty="0">
                <a:latin typeface="Calibri"/>
                <a:cs typeface="Calibri"/>
              </a:rPr>
              <a:t>o</a:t>
            </a:r>
            <a:r>
              <a:rPr sz="2050" spc="20" dirty="0">
                <a:latin typeface="Calibri"/>
                <a:cs typeface="Calibri"/>
              </a:rPr>
              <a:t>n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419" y="2249663"/>
            <a:ext cx="126364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90" dirty="0">
                <a:latin typeface="Calibri"/>
                <a:cs typeface="Calibri"/>
              </a:rPr>
              <a:t>–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0360" y="2246312"/>
            <a:ext cx="6390640" cy="792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600"/>
              </a:lnSpc>
            </a:pPr>
            <a:r>
              <a:rPr sz="1900" spc="-5" dirty="0">
                <a:latin typeface="Calibri"/>
                <a:cs typeface="Calibri"/>
              </a:rPr>
              <a:t>Overv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w of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;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5" dirty="0">
                <a:latin typeface="Calibri"/>
                <a:cs typeface="Calibri"/>
              </a:rPr>
              <a:t>p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rt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;</a:t>
            </a:r>
            <a:r>
              <a:rPr sz="1900" spc="5" dirty="0">
                <a:latin typeface="Calibri"/>
                <a:cs typeface="Calibri"/>
              </a:rPr>
              <a:t> h</a:t>
            </a:r>
            <a:r>
              <a:rPr sz="1900" dirty="0">
                <a:latin typeface="Calibri"/>
                <a:cs typeface="Calibri"/>
              </a:rPr>
              <a:t>ow o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tr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ed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bl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m </a:t>
            </a:r>
            <a:r>
              <a:rPr sz="1900" spc="-5" dirty="0">
                <a:latin typeface="Calibri"/>
                <a:cs typeface="Calibri"/>
              </a:rPr>
              <a:t>ge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ll</a:t>
            </a:r>
            <a:r>
              <a:rPr sz="1900" spc="-5" dirty="0">
                <a:latin typeface="Calibri"/>
                <a:cs typeface="Calibri"/>
              </a:rPr>
              <a:t>y</a:t>
            </a:r>
            <a:r>
              <a:rPr sz="1900" dirty="0">
                <a:latin typeface="Calibri"/>
                <a:cs typeface="Calibri"/>
              </a:rPr>
              <a:t>;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e </a:t>
            </a:r>
            <a:r>
              <a:rPr sz="1900" spc="-5" dirty="0">
                <a:latin typeface="Calibri"/>
                <a:cs typeface="Calibri"/>
              </a:rPr>
              <a:t>th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re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h</a:t>
            </a:r>
            <a:r>
              <a:rPr sz="1900" spc="5" dirty="0">
                <a:latin typeface="Calibri"/>
                <a:cs typeface="Calibri"/>
              </a:rPr>
              <a:t> h</a:t>
            </a:r>
            <a:r>
              <a:rPr sz="1900" spc="-5" dirty="0">
                <a:latin typeface="Calibri"/>
                <a:cs typeface="Calibri"/>
              </a:rPr>
              <a:t>y</a:t>
            </a:r>
            <a:r>
              <a:rPr sz="1900" spc="5" dirty="0">
                <a:latin typeface="Calibri"/>
                <a:cs typeface="Calibri"/>
              </a:rPr>
              <a:t>p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pe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fic q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o </a:t>
            </a:r>
            <a:r>
              <a:rPr sz="1900" spc="-5" dirty="0">
                <a:latin typeface="Calibri"/>
                <a:cs typeface="Calibri"/>
              </a:rPr>
              <a:t>b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in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st</a:t>
            </a:r>
            <a:r>
              <a:rPr sz="1900" spc="-5" dirty="0">
                <a:latin typeface="Calibri"/>
                <a:cs typeface="Calibri"/>
              </a:rPr>
              <a:t>ig</a:t>
            </a:r>
            <a:r>
              <a:rPr sz="1900" spc="-10" dirty="0">
                <a:latin typeface="Calibri"/>
                <a:cs typeface="Calibri"/>
              </a:rPr>
              <a:t>at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.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M</a:t>
            </a:r>
            <a:r>
              <a:rPr sz="1900" spc="-10" dirty="0">
                <a:latin typeface="Calibri"/>
                <a:cs typeface="Calibri"/>
              </a:rPr>
              <a:t>ak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re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y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8519" y="3229041"/>
            <a:ext cx="5002530" cy="31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 indent="-245110">
              <a:lnSpc>
                <a:spcPct val="100000"/>
              </a:lnSpc>
              <a:buFont typeface="Trebuchet MS"/>
              <a:buChar char="•"/>
              <a:tabLst>
                <a:tab pos="257810" algn="l"/>
              </a:tabLst>
            </a:pPr>
            <a:r>
              <a:rPr sz="2100" spc="-15" dirty="0">
                <a:latin typeface="Calibri"/>
                <a:cs typeface="Calibri"/>
              </a:rPr>
              <a:t>C</a:t>
            </a:r>
            <a:r>
              <a:rPr sz="2100" spc="-25" dirty="0">
                <a:latin typeface="Calibri"/>
                <a:cs typeface="Calibri"/>
              </a:rPr>
              <a:t>ha</a:t>
            </a:r>
            <a:r>
              <a:rPr sz="2100" spc="-20" dirty="0">
                <a:latin typeface="Calibri"/>
                <a:cs typeface="Calibri"/>
              </a:rPr>
              <a:t>p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0" dirty="0">
                <a:latin typeface="Calibri"/>
                <a:cs typeface="Calibri"/>
              </a:rPr>
              <a:t>er </a:t>
            </a:r>
            <a:r>
              <a:rPr sz="2100" spc="-30" dirty="0">
                <a:latin typeface="Calibri"/>
                <a:cs typeface="Calibri"/>
              </a:rPr>
              <a:t>2</a:t>
            </a:r>
            <a:r>
              <a:rPr sz="2100" spc="-10" dirty="0">
                <a:latin typeface="Calibri"/>
                <a:cs typeface="Calibri"/>
              </a:rPr>
              <a:t>: </a:t>
            </a:r>
            <a:r>
              <a:rPr sz="2100" spc="-20" dirty="0">
                <a:latin typeface="Calibri"/>
                <a:cs typeface="Calibri"/>
              </a:rPr>
              <a:t>R</a:t>
            </a:r>
            <a:r>
              <a:rPr sz="2100" spc="-10" dirty="0">
                <a:latin typeface="Calibri"/>
                <a:cs typeface="Calibri"/>
              </a:rPr>
              <a:t>el</a:t>
            </a:r>
            <a:r>
              <a:rPr sz="2100" spc="-2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ted </a:t>
            </a:r>
            <a:r>
              <a:rPr sz="2100" spc="-25" dirty="0">
                <a:latin typeface="Calibri"/>
                <a:cs typeface="Calibri"/>
              </a:rPr>
              <a:t>W</a:t>
            </a:r>
            <a:r>
              <a:rPr sz="2100" spc="-10" dirty="0">
                <a:latin typeface="Calibri"/>
                <a:cs typeface="Calibri"/>
              </a:rPr>
              <a:t>o</a:t>
            </a:r>
            <a:r>
              <a:rPr sz="2100" spc="-15" dirty="0">
                <a:latin typeface="Calibri"/>
                <a:cs typeface="Calibri"/>
              </a:rPr>
              <a:t>rk</a:t>
            </a:r>
            <a:r>
              <a:rPr sz="2100" spc="-10" dirty="0">
                <a:latin typeface="Calibri"/>
                <a:cs typeface="Calibri"/>
              </a:rPr>
              <a:t>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(</a:t>
            </a:r>
            <a:r>
              <a:rPr sz="2100" spc="-15" dirty="0">
                <a:latin typeface="Calibri"/>
                <a:cs typeface="Calibri"/>
              </a:rPr>
              <a:t>S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5" dirty="0">
                <a:latin typeface="Calibri"/>
                <a:cs typeface="Calibri"/>
              </a:rPr>
              <a:t>a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0" dirty="0">
                <a:latin typeface="Calibri"/>
                <a:cs typeface="Calibri"/>
              </a:rPr>
              <a:t>e</a:t>
            </a:r>
            <a:r>
              <a:rPr sz="2100" spc="-25" dirty="0">
                <a:latin typeface="Calibri"/>
                <a:cs typeface="Calibri"/>
              </a:rPr>
              <a:t>-</a:t>
            </a:r>
            <a:r>
              <a:rPr sz="2100" spc="-10" dirty="0">
                <a:latin typeface="Calibri"/>
                <a:cs typeface="Calibri"/>
              </a:rPr>
              <a:t>o</a:t>
            </a:r>
            <a:r>
              <a:rPr sz="2100" spc="-15" dirty="0">
                <a:latin typeface="Calibri"/>
                <a:cs typeface="Calibri"/>
              </a:rPr>
              <a:t>f</a:t>
            </a:r>
            <a:r>
              <a:rPr sz="2100" spc="-25" dirty="0">
                <a:latin typeface="Calibri"/>
                <a:cs typeface="Calibri"/>
              </a:rPr>
              <a:t>-</a:t>
            </a:r>
            <a:r>
              <a:rPr sz="2100" spc="-20" dirty="0">
                <a:latin typeface="Calibri"/>
                <a:cs typeface="Calibri"/>
              </a:rPr>
              <a:t>T</a:t>
            </a:r>
            <a:r>
              <a:rPr sz="2100" spc="-25" dirty="0">
                <a:latin typeface="Calibri"/>
                <a:cs typeface="Calibri"/>
              </a:rPr>
              <a:t>h</a:t>
            </a:r>
            <a:r>
              <a:rPr sz="2100" spc="-10" dirty="0">
                <a:latin typeface="Calibri"/>
                <a:cs typeface="Calibri"/>
              </a:rPr>
              <a:t>e</a:t>
            </a:r>
            <a:r>
              <a:rPr sz="2100" spc="-25" dirty="0">
                <a:latin typeface="Calibri"/>
                <a:cs typeface="Calibri"/>
              </a:rPr>
              <a:t>-</a:t>
            </a:r>
            <a:r>
              <a:rPr sz="2100" spc="-20" dirty="0">
                <a:latin typeface="Calibri"/>
                <a:cs typeface="Calibri"/>
              </a:rPr>
              <a:t>A</a:t>
            </a:r>
            <a:r>
              <a:rPr sz="2100" spc="-5" dirty="0">
                <a:latin typeface="Calibri"/>
                <a:cs typeface="Calibri"/>
              </a:rPr>
              <a:t>r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0" dirty="0">
                <a:latin typeface="Calibri"/>
                <a:cs typeface="Calibri"/>
              </a:rPr>
              <a:t>)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419" y="3609833"/>
            <a:ext cx="126364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90" dirty="0">
                <a:latin typeface="Calibri"/>
                <a:cs typeface="Calibri"/>
              </a:rPr>
              <a:t>–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0360" y="3606482"/>
            <a:ext cx="5878830" cy="52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sz="1900" spc="-15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ud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ter</a:t>
            </a:r>
            <a:r>
              <a:rPr sz="1900" spc="-10" dirty="0">
                <a:latin typeface="Calibri"/>
                <a:cs typeface="Calibri"/>
              </a:rPr>
              <a:t>ms</a:t>
            </a:r>
            <a:r>
              <a:rPr sz="1900" dirty="0">
                <a:latin typeface="Calibri"/>
                <a:cs typeface="Calibri"/>
              </a:rPr>
              <a:t>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</a:t>
            </a:r>
            <a:r>
              <a:rPr sz="1900" spc="-10" dirty="0">
                <a:latin typeface="Calibri"/>
                <a:cs typeface="Calibri"/>
              </a:rPr>
              <a:t>ak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f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</a:t>
            </a:r>
            <a:r>
              <a:rPr sz="1900" spc="-5" dirty="0">
                <a:latin typeface="Calibri"/>
                <a:cs typeface="Calibri"/>
              </a:rPr>
              <a:t>re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e, 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cis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5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g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58519" y="4326321"/>
            <a:ext cx="3488690" cy="31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 indent="-245110">
              <a:lnSpc>
                <a:spcPct val="100000"/>
              </a:lnSpc>
              <a:buSzPct val="97619"/>
              <a:buFont typeface="Trebuchet MS"/>
              <a:buChar char="•"/>
              <a:tabLst>
                <a:tab pos="257810" algn="l"/>
              </a:tabLst>
            </a:pPr>
            <a:r>
              <a:rPr sz="2100" spc="-15" dirty="0">
                <a:latin typeface="Calibri"/>
                <a:cs typeface="Calibri"/>
              </a:rPr>
              <a:t>C</a:t>
            </a:r>
            <a:r>
              <a:rPr sz="2100" spc="-25" dirty="0">
                <a:latin typeface="Calibri"/>
                <a:cs typeface="Calibri"/>
              </a:rPr>
              <a:t>ha</a:t>
            </a:r>
            <a:r>
              <a:rPr sz="2100" spc="-20" dirty="0">
                <a:latin typeface="Calibri"/>
                <a:cs typeface="Calibri"/>
              </a:rPr>
              <a:t>p</a:t>
            </a:r>
            <a:r>
              <a:rPr sz="2100" spc="-25" dirty="0">
                <a:latin typeface="Calibri"/>
                <a:cs typeface="Calibri"/>
              </a:rPr>
              <a:t>t</a:t>
            </a:r>
            <a:r>
              <a:rPr sz="2100" spc="-10" dirty="0">
                <a:latin typeface="Calibri"/>
                <a:cs typeface="Calibri"/>
              </a:rPr>
              <a:t>er </a:t>
            </a:r>
            <a:r>
              <a:rPr sz="2100" spc="-30" dirty="0">
                <a:latin typeface="Calibri"/>
                <a:cs typeface="Calibri"/>
              </a:rPr>
              <a:t>3</a:t>
            </a:r>
            <a:r>
              <a:rPr sz="2100" spc="-10" dirty="0">
                <a:latin typeface="Calibri"/>
                <a:cs typeface="Calibri"/>
              </a:rPr>
              <a:t>: </a:t>
            </a:r>
            <a:r>
              <a:rPr sz="2100" spc="-15" dirty="0">
                <a:latin typeface="Calibri"/>
                <a:cs typeface="Calibri"/>
              </a:rPr>
              <a:t>C</a:t>
            </a:r>
            <a:r>
              <a:rPr sz="2100" spc="-20" dirty="0">
                <a:latin typeface="Calibri"/>
                <a:cs typeface="Calibri"/>
              </a:rPr>
              <a:t>onc</a:t>
            </a:r>
            <a:r>
              <a:rPr sz="2100" spc="-10" dirty="0">
                <a:latin typeface="Calibri"/>
                <a:cs typeface="Calibri"/>
              </a:rPr>
              <a:t>e</a:t>
            </a:r>
            <a:r>
              <a:rPr sz="2100" spc="-25" dirty="0">
                <a:latin typeface="Calibri"/>
                <a:cs typeface="Calibri"/>
              </a:rPr>
              <a:t>p</a:t>
            </a:r>
            <a:r>
              <a:rPr sz="2100" spc="-15" dirty="0">
                <a:latin typeface="Calibri"/>
                <a:cs typeface="Calibri"/>
              </a:rPr>
              <a:t>t</a:t>
            </a:r>
            <a:r>
              <a:rPr sz="2100" spc="-25" dirty="0">
                <a:latin typeface="Calibri"/>
                <a:cs typeface="Calibri"/>
              </a:rPr>
              <a:t>u</a:t>
            </a:r>
            <a:r>
              <a:rPr sz="2100" spc="-15" dirty="0">
                <a:latin typeface="Calibri"/>
                <a:cs typeface="Calibri"/>
              </a:rPr>
              <a:t>a</a:t>
            </a:r>
            <a:r>
              <a:rPr sz="2100" spc="-5" dirty="0">
                <a:latin typeface="Calibri"/>
                <a:cs typeface="Calibri"/>
              </a:rPr>
              <a:t>l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 M</a:t>
            </a:r>
            <a:r>
              <a:rPr sz="2100" spc="-15" dirty="0">
                <a:latin typeface="Calibri"/>
                <a:cs typeface="Calibri"/>
              </a:rPr>
              <a:t>odel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419" y="4707113"/>
            <a:ext cx="126364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90" dirty="0">
                <a:latin typeface="Calibri"/>
                <a:cs typeface="Calibri"/>
              </a:rPr>
              <a:t>–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0360" y="4703762"/>
            <a:ext cx="6329045" cy="138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070"/>
              </a:lnSpc>
            </a:pPr>
            <a:r>
              <a:rPr sz="1900" spc="-5" dirty="0">
                <a:latin typeface="Calibri"/>
                <a:cs typeface="Calibri"/>
              </a:rPr>
              <a:t>C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tr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</a:t>
            </a:r>
            <a:r>
              <a:rPr sz="1900" spc="-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ep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und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k</a:t>
            </a:r>
            <a:r>
              <a:rPr sz="1900" dirty="0">
                <a:latin typeface="Calibri"/>
                <a:cs typeface="Calibri"/>
              </a:rPr>
              <a:t>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</a:t>
            </a:r>
            <a:r>
              <a:rPr sz="1900" spc="-10" dirty="0">
                <a:latin typeface="Calibri"/>
                <a:cs typeface="Calibri"/>
              </a:rPr>
              <a:t>ak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m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ti</a:t>
            </a:r>
            <a:r>
              <a:rPr sz="1900" spc="-5" dirty="0">
                <a:latin typeface="Calibri"/>
                <a:cs typeface="Calibri"/>
              </a:rPr>
              <a:t>es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ge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y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rg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.</a:t>
            </a:r>
            <a:r>
              <a:rPr sz="1900" spc="-5" dirty="0">
                <a:latin typeface="Calibri"/>
                <a:cs typeface="Calibri"/>
              </a:rPr>
              <a:t> I</a:t>
            </a:r>
            <a:r>
              <a:rPr sz="1900" dirty="0">
                <a:latin typeface="Calibri"/>
                <a:cs typeface="Calibri"/>
              </a:rPr>
              <a:t>t s</a:t>
            </a:r>
            <a:r>
              <a:rPr sz="1900" spc="-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 p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v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sw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o 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 </a:t>
            </a:r>
            <a:r>
              <a:rPr sz="1900" spc="-5" dirty="0">
                <a:latin typeface="Calibri"/>
                <a:cs typeface="Calibri"/>
              </a:rPr>
              <a:t>q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5" dirty="0">
                <a:latin typeface="Calibri"/>
                <a:cs typeface="Calibri"/>
              </a:rPr>
              <a:t> p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intr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spc="-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 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spc="5" dirty="0">
                <a:latin typeface="Calibri"/>
                <a:cs typeface="Calibri"/>
              </a:rPr>
              <a:t>p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eve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dirty="0">
                <a:latin typeface="Calibri"/>
                <a:cs typeface="Calibri"/>
              </a:rPr>
              <a:t>.</a:t>
            </a:r>
          </a:p>
          <a:p>
            <a:pPr marL="12700" marR="230504">
              <a:lnSpc>
                <a:spcPts val="2070"/>
              </a:lnSpc>
              <a:spcBef>
                <a:spcPts val="509"/>
              </a:spcBef>
            </a:pPr>
            <a:r>
              <a:rPr sz="1900" spc="-15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f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ne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1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sa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y,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spc="5" dirty="0">
                <a:latin typeface="Calibri"/>
                <a:cs typeface="Calibri"/>
              </a:rPr>
              <a:t>h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5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pte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 t</a:t>
            </a:r>
            <a:r>
              <a:rPr sz="1900" dirty="0">
                <a:latin typeface="Calibri"/>
                <a:cs typeface="Calibri"/>
              </a:rPr>
              <a:t>o </a:t>
            </a:r>
            <a:r>
              <a:rPr sz="1900" spc="-5" dirty="0">
                <a:latin typeface="Calibri"/>
                <a:cs typeface="Calibri"/>
              </a:rPr>
              <a:t>g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dd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re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g </a:t>
            </a:r>
            <a:r>
              <a:rPr sz="1900" spc="-1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b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dirty="0">
                <a:latin typeface="Calibri"/>
                <a:cs typeface="Calibri"/>
              </a:rPr>
              <a:t>t</a:t>
            </a:r>
            <a:r>
              <a:rPr sz="1900" spc="-5" dirty="0">
                <a:latin typeface="Calibri"/>
                <a:cs typeface="Calibri"/>
              </a:rPr>
              <a:t> th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</a:t>
            </a:r>
            <a:r>
              <a:rPr sz="1900" spc="-5" dirty="0">
                <a:latin typeface="Calibri"/>
                <a:cs typeface="Calibri"/>
              </a:rPr>
              <a:t>r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5" dirty="0">
                <a:latin typeface="Calibri"/>
                <a:cs typeface="Calibri"/>
              </a:rPr>
              <a:t>b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5" dirty="0">
                <a:latin typeface="Calibri"/>
                <a:cs typeface="Calibri"/>
              </a:rPr>
              <a:t> i</a:t>
            </a:r>
            <a:r>
              <a:rPr sz="1900" spc="-10" dirty="0">
                <a:latin typeface="Calibri"/>
                <a:cs typeface="Calibri"/>
              </a:rPr>
              <a:t>t</a:t>
            </a:r>
            <a:r>
              <a:rPr sz="1900" dirty="0">
                <a:latin typeface="Calibri"/>
                <a:cs typeface="Calibri"/>
              </a:rPr>
              <a:t>s </a:t>
            </a:r>
            <a:r>
              <a:rPr sz="1900" spc="-10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10" dirty="0">
                <a:latin typeface="Calibri"/>
                <a:cs typeface="Calibri"/>
              </a:rPr>
              <a:t>l</a:t>
            </a:r>
            <a:r>
              <a:rPr sz="1900" spc="5" dirty="0">
                <a:latin typeface="Calibri"/>
                <a:cs typeface="Calibri"/>
              </a:rPr>
              <a:t>u</a:t>
            </a:r>
            <a:r>
              <a:rPr sz="1900" spc="-5" dirty="0">
                <a:latin typeface="Calibri"/>
                <a:cs typeface="Calibri"/>
              </a:rPr>
              <a:t>t</a:t>
            </a:r>
            <a:r>
              <a:rPr sz="1900" spc="-10" dirty="0">
                <a:latin typeface="Calibri"/>
                <a:cs typeface="Calibri"/>
              </a:rPr>
              <a:t>i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" dirty="0">
                <a:latin typeface="Calibri"/>
                <a:cs typeface="Calibri"/>
              </a:rPr>
              <a:t>n</a:t>
            </a:r>
            <a:r>
              <a:rPr sz="1900" dirty="0">
                <a:latin typeface="Calibri"/>
                <a:cs typeface="Calibri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28419" y="5560553"/>
            <a:ext cx="126364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90" dirty="0">
                <a:latin typeface="Calibri"/>
                <a:cs typeface="Calibri"/>
              </a:rPr>
              <a:t>–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644B4F8-4891-4C83-B590-17189A70CF59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O</a:t>
            </a:r>
            <a:r>
              <a:rPr spc="-25"/>
              <a:t>r</a:t>
            </a:r>
            <a:r>
              <a:rPr spc="-10"/>
              <a:t>ganizatio</a:t>
            </a:r>
            <a:r>
              <a:t>n</a:t>
            </a:r>
            <a:r>
              <a:rPr spc="30"/>
              <a:t> </a:t>
            </a:r>
            <a:r>
              <a:rPr spc="-5"/>
              <a:t>(</a:t>
            </a:r>
            <a:r>
              <a:rPr spc="-25"/>
              <a:t>2</a:t>
            </a:r>
            <a:r>
              <a:t>)</a:t>
            </a:r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639009"/>
            <a:ext cx="439610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29" indent="-240029">
              <a:lnSpc>
                <a:spcPct val="100000"/>
              </a:lnSpc>
              <a:buSzPct val="97560"/>
              <a:buFont typeface="Trebuchet MS"/>
              <a:buChar char="•"/>
              <a:tabLst>
                <a:tab pos="252729" algn="l"/>
              </a:tabLst>
            </a:pPr>
            <a:r>
              <a:rPr sz="2050" spc="-20" dirty="0">
                <a:latin typeface="Calibri"/>
                <a:cs typeface="Calibri"/>
              </a:rPr>
              <a:t>Cha</a:t>
            </a:r>
            <a:r>
              <a:rPr sz="2050" spc="-15" dirty="0">
                <a:latin typeface="Calibri"/>
                <a:cs typeface="Calibri"/>
              </a:rPr>
              <a:t>pt</a:t>
            </a:r>
            <a:r>
              <a:rPr sz="2050" spc="-5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r</a:t>
            </a:r>
            <a:r>
              <a:rPr sz="2050" spc="-20" dirty="0">
                <a:latin typeface="Calibri"/>
                <a:cs typeface="Calibri"/>
              </a:rPr>
              <a:t> 4</a:t>
            </a:r>
            <a:r>
              <a:rPr sz="2050" spc="-10" dirty="0">
                <a:latin typeface="Calibri"/>
                <a:cs typeface="Calibri"/>
              </a:rPr>
              <a:t>: </a:t>
            </a:r>
            <a:r>
              <a:rPr sz="2050" spc="-20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x</a:t>
            </a:r>
            <a:r>
              <a:rPr sz="2050" spc="-20" dirty="0">
                <a:latin typeface="Calibri"/>
                <a:cs typeface="Calibri"/>
              </a:rPr>
              <a:t>p</a:t>
            </a:r>
            <a:r>
              <a:rPr sz="2050" spc="-1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50" spc="-15" dirty="0">
                <a:latin typeface="Calibri"/>
                <a:cs typeface="Calibri"/>
              </a:rPr>
              <a:t>me</a:t>
            </a:r>
            <a:r>
              <a:rPr sz="2050" spc="-30" dirty="0">
                <a:latin typeface="Calibri"/>
                <a:cs typeface="Calibri"/>
              </a:rPr>
              <a:t>n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50" spc="-10" dirty="0">
                <a:latin typeface="Calibri"/>
                <a:cs typeface="Calibri"/>
              </a:rPr>
              <a:t>t</a:t>
            </a:r>
            <a:r>
              <a:rPr sz="2050" spc="-15" dirty="0">
                <a:latin typeface="Calibri"/>
                <a:cs typeface="Calibri"/>
              </a:rPr>
              <a:t>i</a:t>
            </a:r>
            <a:r>
              <a:rPr sz="2000" spc="20" dirty="0">
                <a:latin typeface="Calibri"/>
                <a:cs typeface="Calibri"/>
              </a:rPr>
              <a:t>o</a:t>
            </a:r>
            <a:r>
              <a:rPr sz="2050" spc="-15" dirty="0">
                <a:latin typeface="Calibri"/>
                <a:cs typeface="Calibri"/>
              </a:rPr>
              <a:t>n/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20" dirty="0">
                <a:latin typeface="Calibri"/>
                <a:cs typeface="Calibri"/>
              </a:rPr>
              <a:t>imu</a:t>
            </a:r>
            <a:r>
              <a:rPr sz="2050" spc="-15" dirty="0">
                <a:latin typeface="Calibri"/>
                <a:cs typeface="Calibri"/>
              </a:rPr>
              <a:t>l</a:t>
            </a:r>
            <a:r>
              <a:rPr sz="2050" spc="-10" dirty="0">
                <a:latin typeface="Calibri"/>
                <a:cs typeface="Calibri"/>
              </a:rPr>
              <a:t>a</a:t>
            </a:r>
            <a:r>
              <a:rPr sz="2050" spc="-15" dirty="0">
                <a:latin typeface="Calibri"/>
                <a:cs typeface="Calibri"/>
              </a:rPr>
              <a:t>tion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4410" y="201182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0000" y="2007552"/>
            <a:ext cx="7062470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0800"/>
              </a:lnSpc>
            </a:pPr>
            <a:r>
              <a:rPr sz="1850" spc="5" dirty="0">
                <a:latin typeface="Calibri"/>
                <a:cs typeface="Calibri"/>
              </a:rPr>
              <a:t>D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scri</a:t>
            </a:r>
            <a:r>
              <a:rPr sz="1850" spc="10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x</a:t>
            </a:r>
            <a:r>
              <a:rPr sz="1850" spc="5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eri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al</a:t>
            </a:r>
            <a:r>
              <a:rPr sz="1850" spc="10" dirty="0">
                <a:latin typeface="Calibri"/>
                <a:cs typeface="Calibri"/>
              </a:rPr>
              <a:t> m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d </a:t>
            </a:r>
            <a:r>
              <a:rPr sz="1850" dirty="0">
                <a:latin typeface="Calibri"/>
                <a:cs typeface="Calibri"/>
              </a:rPr>
              <a:t>us</a:t>
            </a:r>
            <a:r>
              <a:rPr sz="1850" spc="5" dirty="0">
                <a:latin typeface="Calibri"/>
                <a:cs typeface="Calibri"/>
              </a:rPr>
              <a:t>ed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and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vir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, sc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ri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s 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at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y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ur c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ual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mo</a:t>
            </a:r>
            <a:r>
              <a:rPr sz="1850" dirty="0">
                <a:latin typeface="Calibri"/>
                <a:cs typeface="Calibri"/>
              </a:rPr>
              <a:t>del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(</a:t>
            </a:r>
            <a:r>
              <a:rPr sz="1850" dirty="0">
                <a:latin typeface="Calibri"/>
                <a:cs typeface="Calibri"/>
              </a:rPr>
              <a:t>re</a:t>
            </a:r>
            <a:r>
              <a:rPr sz="1850" spc="10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ci</a:t>
            </a:r>
            <a:r>
              <a:rPr sz="1850" spc="10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le</a:t>
            </a:r>
            <a:r>
              <a:rPr sz="1850" spc="5" dirty="0">
                <a:latin typeface="Calibri"/>
                <a:cs typeface="Calibri"/>
              </a:rPr>
              <a:t>).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D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scribe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sul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s,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d d</a:t>
            </a:r>
            <a:r>
              <a:rPr sz="1850" dirty="0">
                <a:latin typeface="Calibri"/>
                <a:cs typeface="Calibri"/>
              </a:rPr>
              <a:t>isc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lt</a:t>
            </a:r>
            <a:r>
              <a:rPr sz="1850" dirty="0">
                <a:latin typeface="Calibri"/>
                <a:cs typeface="Calibri"/>
              </a:rPr>
              <a:t>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5940" y="2967429"/>
            <a:ext cx="480187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29" indent="-240029">
              <a:lnSpc>
                <a:spcPct val="100000"/>
              </a:lnSpc>
              <a:buSzPct val="97560"/>
              <a:buFont typeface="Trebuchet MS"/>
              <a:buChar char="•"/>
              <a:tabLst>
                <a:tab pos="252729" algn="l"/>
              </a:tabLst>
            </a:pPr>
            <a:r>
              <a:rPr sz="2050" spc="-20" dirty="0">
                <a:latin typeface="Calibri"/>
                <a:cs typeface="Calibri"/>
              </a:rPr>
              <a:t>Cha</a:t>
            </a:r>
            <a:r>
              <a:rPr sz="2050" spc="-15" dirty="0">
                <a:latin typeface="Calibri"/>
                <a:cs typeface="Calibri"/>
              </a:rPr>
              <a:t>pt</a:t>
            </a:r>
            <a:r>
              <a:rPr sz="2050" spc="-5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r</a:t>
            </a:r>
            <a:r>
              <a:rPr sz="2050" spc="-20" dirty="0">
                <a:latin typeface="Calibri"/>
                <a:cs typeface="Calibri"/>
              </a:rPr>
              <a:t> 5</a:t>
            </a:r>
            <a:r>
              <a:rPr sz="2050" spc="-10" dirty="0">
                <a:latin typeface="Calibri"/>
                <a:cs typeface="Calibri"/>
              </a:rPr>
              <a:t>: </a:t>
            </a:r>
            <a:r>
              <a:rPr sz="2050" spc="-25" dirty="0">
                <a:latin typeface="Calibri"/>
                <a:cs typeface="Calibri"/>
              </a:rPr>
              <a:t>A</a:t>
            </a:r>
            <a:r>
              <a:rPr sz="2050" spc="-20" dirty="0">
                <a:latin typeface="Calibri"/>
                <a:cs typeface="Calibri"/>
              </a:rPr>
              <a:t>na</a:t>
            </a:r>
            <a:r>
              <a:rPr sz="2050" spc="-15" dirty="0">
                <a:latin typeface="Calibri"/>
                <a:cs typeface="Calibri"/>
              </a:rPr>
              <a:t>lysi</a:t>
            </a:r>
            <a:r>
              <a:rPr sz="2050" spc="-10" dirty="0">
                <a:latin typeface="Calibri"/>
                <a:cs typeface="Calibri"/>
              </a:rPr>
              <a:t>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of Ex</a:t>
            </a:r>
            <a:r>
              <a:rPr sz="2050" spc="-20" dirty="0">
                <a:latin typeface="Calibri"/>
                <a:cs typeface="Calibri"/>
              </a:rPr>
              <a:t>p</a:t>
            </a:r>
            <a:r>
              <a:rPr sz="2050" spc="-25" dirty="0">
                <a:latin typeface="Calibri"/>
                <a:cs typeface="Calibri"/>
              </a:rPr>
              <a:t>e</a:t>
            </a:r>
            <a:r>
              <a:rPr sz="2050" spc="-15" dirty="0">
                <a:latin typeface="Calibri"/>
                <a:cs typeface="Calibri"/>
              </a:rPr>
              <a:t>riment</a:t>
            </a:r>
            <a:r>
              <a:rPr sz="2050" spc="-10" dirty="0">
                <a:latin typeface="Calibri"/>
                <a:cs typeface="Calibri"/>
              </a:rPr>
              <a:t>al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R</a:t>
            </a:r>
            <a:r>
              <a:rPr sz="2050" spc="-15" dirty="0">
                <a:latin typeface="Calibri"/>
                <a:cs typeface="Calibri"/>
              </a:rPr>
              <a:t>es</a:t>
            </a:r>
            <a:r>
              <a:rPr sz="2050" spc="-30" dirty="0">
                <a:latin typeface="Calibri"/>
                <a:cs typeface="Calibri"/>
              </a:rPr>
              <a:t>u</a:t>
            </a:r>
            <a:r>
              <a:rPr sz="2050" spc="-10" dirty="0">
                <a:latin typeface="Calibri"/>
                <a:cs typeface="Calibri"/>
              </a:rPr>
              <a:t>lts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4410" y="334024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000" y="3335972"/>
            <a:ext cx="6770370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0800"/>
              </a:lnSpc>
            </a:pP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ll</a:t>
            </a:r>
            <a:r>
              <a:rPr sz="1850" spc="15" dirty="0">
                <a:latin typeface="Calibri"/>
                <a:cs typeface="Calibri"/>
              </a:rPr>
              <a:t>y</a:t>
            </a:r>
            <a:r>
              <a:rPr sz="1850" dirty="0">
                <a:latin typeface="Calibri"/>
                <a:cs typeface="Calibri"/>
              </a:rPr>
              <a:t>,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x</a:t>
            </a:r>
            <a:r>
              <a:rPr sz="1850" spc="5" dirty="0">
                <a:latin typeface="Calibri"/>
                <a:cs typeface="Calibri"/>
              </a:rPr>
              <a:t>p</a:t>
            </a:r>
            <a:r>
              <a:rPr sz="1850" dirty="0">
                <a:latin typeface="Calibri"/>
                <a:cs typeface="Calibri"/>
              </a:rPr>
              <a:t>eri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spc="5" dirty="0">
                <a:latin typeface="Calibri"/>
                <a:cs typeface="Calibri"/>
              </a:rPr>
              <a:t>en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-5" dirty="0">
                <a:latin typeface="Calibri"/>
                <a:cs typeface="Calibri"/>
              </a:rPr>
              <a:t>it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r 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iz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pr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f</a:t>
            </a:r>
            <a:r>
              <a:rPr sz="1850" spc="10" dirty="0">
                <a:latin typeface="Calibri"/>
                <a:cs typeface="Calibri"/>
              </a:rPr>
              <a:t>-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10" dirty="0">
                <a:latin typeface="Calibri"/>
                <a:cs typeface="Calibri"/>
              </a:rPr>
              <a:t>f-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ce</a:t>
            </a:r>
            <a:r>
              <a:rPr sz="1850" spc="10" dirty="0">
                <a:latin typeface="Calibri"/>
                <a:cs typeface="Calibri"/>
              </a:rPr>
              <a:t>p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f</a:t>
            </a:r>
            <a:r>
              <a:rPr sz="1850" dirty="0">
                <a:latin typeface="Calibri"/>
                <a:cs typeface="Calibri"/>
              </a:rPr>
              <a:t>fi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dirty="0">
                <a:latin typeface="Calibri"/>
                <a:cs typeface="Calibri"/>
              </a:rPr>
              <a:t>ie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cy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(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s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g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at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d/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niq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pr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vi</a:t>
            </a:r>
            <a:r>
              <a:rPr sz="1850" spc="5" dirty="0">
                <a:latin typeface="Calibri"/>
                <a:cs typeface="Calibri"/>
              </a:rPr>
              <a:t>d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5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pe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10" dirty="0">
                <a:latin typeface="Calibri"/>
                <a:cs typeface="Calibri"/>
              </a:rPr>
              <a:t>f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10" dirty="0">
                <a:latin typeface="Calibri"/>
                <a:cs typeface="Calibri"/>
              </a:rPr>
              <a:t>ma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an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se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at</a:t>
            </a:r>
            <a:r>
              <a:rPr sz="1850" dirty="0">
                <a:latin typeface="Calibri"/>
                <a:cs typeface="Calibri"/>
              </a:rPr>
              <a:t> e</a:t>
            </a:r>
            <a:r>
              <a:rPr sz="1850" spc="10" dirty="0">
                <a:latin typeface="Calibri"/>
                <a:cs typeface="Calibri"/>
              </a:rPr>
              <a:t>x</a:t>
            </a:r>
            <a:r>
              <a:rPr sz="1850" dirty="0">
                <a:latin typeface="Calibri"/>
                <a:cs typeface="Calibri"/>
              </a:rPr>
              <a:t>is</a:t>
            </a:r>
            <a:r>
              <a:rPr sz="1850" spc="5" dirty="0">
                <a:latin typeface="Calibri"/>
                <a:cs typeface="Calibri"/>
              </a:rPr>
              <a:t>t)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- </a:t>
            </a:r>
            <a:r>
              <a:rPr sz="1850" dirty="0">
                <a:latin typeface="Calibri"/>
                <a:cs typeface="Calibri"/>
              </a:rPr>
              <a:t>Sh</a:t>
            </a:r>
            <a:r>
              <a:rPr sz="1850" spc="10" dirty="0">
                <a:latin typeface="Calibri"/>
                <a:cs typeface="Calibri"/>
              </a:rPr>
              <a:t>ow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evi</a:t>
            </a:r>
            <a:r>
              <a:rPr sz="1850" spc="5" dirty="0">
                <a:latin typeface="Calibri"/>
                <a:cs typeface="Calibri"/>
              </a:rPr>
              <a:t>de</a:t>
            </a:r>
            <a:r>
              <a:rPr sz="1850" dirty="0">
                <a:latin typeface="Calibri"/>
                <a:cs typeface="Calibri"/>
              </a:rPr>
              <a:t>nc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5940" y="4294578"/>
            <a:ext cx="450850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29" indent="-240029">
              <a:lnSpc>
                <a:spcPct val="100000"/>
              </a:lnSpc>
              <a:buFont typeface="Trebuchet MS"/>
              <a:buChar char="•"/>
              <a:tabLst>
                <a:tab pos="252729" algn="l"/>
              </a:tabLst>
            </a:pPr>
            <a:r>
              <a:rPr sz="2050" spc="-20" dirty="0">
                <a:latin typeface="Calibri"/>
                <a:cs typeface="Calibri"/>
              </a:rPr>
              <a:t>Cha</a:t>
            </a:r>
            <a:r>
              <a:rPr sz="2050" spc="-15" dirty="0">
                <a:latin typeface="Calibri"/>
                <a:cs typeface="Calibri"/>
              </a:rPr>
              <a:t>pt</a:t>
            </a:r>
            <a:r>
              <a:rPr sz="2050" spc="-5" dirty="0">
                <a:latin typeface="Calibri"/>
                <a:cs typeface="Calibri"/>
              </a:rPr>
              <a:t>e</a:t>
            </a:r>
            <a:r>
              <a:rPr sz="2050" spc="-10" dirty="0">
                <a:latin typeface="Calibri"/>
                <a:cs typeface="Calibri"/>
              </a:rPr>
              <a:t>r</a:t>
            </a:r>
            <a:r>
              <a:rPr sz="2050" spc="-20" dirty="0">
                <a:latin typeface="Calibri"/>
                <a:cs typeface="Calibri"/>
              </a:rPr>
              <a:t> 6</a:t>
            </a:r>
            <a:r>
              <a:rPr sz="2050" spc="-10" dirty="0">
                <a:latin typeface="Calibri"/>
                <a:cs typeface="Calibri"/>
              </a:rPr>
              <a:t>: </a:t>
            </a:r>
            <a:r>
              <a:rPr sz="2050" spc="-20" dirty="0">
                <a:latin typeface="Calibri"/>
                <a:cs typeface="Calibri"/>
              </a:rPr>
              <a:t>C</a:t>
            </a:r>
            <a:r>
              <a:rPr sz="2050" spc="-15" dirty="0">
                <a:latin typeface="Calibri"/>
                <a:cs typeface="Calibri"/>
              </a:rPr>
              <a:t>onclu</a:t>
            </a:r>
            <a:r>
              <a:rPr sz="2050" spc="-20" dirty="0">
                <a:latin typeface="Calibri"/>
                <a:cs typeface="Calibri"/>
              </a:rPr>
              <a:t>s</a:t>
            </a:r>
            <a:r>
              <a:rPr sz="2050" spc="-10" dirty="0">
                <a:latin typeface="Calibri"/>
                <a:cs typeface="Calibri"/>
              </a:rPr>
              <a:t>i</a:t>
            </a:r>
            <a:r>
              <a:rPr sz="2050" spc="-15" dirty="0">
                <a:latin typeface="Calibri"/>
                <a:cs typeface="Calibri"/>
              </a:rPr>
              <a:t>on </a:t>
            </a:r>
            <a:r>
              <a:rPr sz="2050" spc="-20" dirty="0">
                <a:latin typeface="Calibri"/>
                <a:cs typeface="Calibri"/>
              </a:rPr>
              <a:t>an</a:t>
            </a:r>
            <a:r>
              <a:rPr sz="2050" spc="-15" dirty="0">
                <a:latin typeface="Calibri"/>
                <a:cs typeface="Calibri"/>
              </a:rPr>
              <a:t>d </a:t>
            </a:r>
            <a:r>
              <a:rPr sz="2050" spc="-10" dirty="0">
                <a:latin typeface="Calibri"/>
                <a:cs typeface="Calibri"/>
              </a:rPr>
              <a:t>F</a:t>
            </a:r>
            <a:r>
              <a:rPr sz="2050" spc="-15" dirty="0">
                <a:latin typeface="Calibri"/>
                <a:cs typeface="Calibri"/>
              </a:rPr>
              <a:t>uture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15" dirty="0">
                <a:latin typeface="Calibri"/>
                <a:cs typeface="Calibri"/>
              </a:rPr>
              <a:t>Wo</a:t>
            </a:r>
            <a:r>
              <a:rPr sz="2050" spc="-25" dirty="0">
                <a:latin typeface="Calibri"/>
                <a:cs typeface="Calibri"/>
              </a:rPr>
              <a:t>r</a:t>
            </a:r>
            <a:r>
              <a:rPr sz="2050" spc="-10" dirty="0">
                <a:latin typeface="Calibri"/>
                <a:cs typeface="Calibri"/>
              </a:rPr>
              <a:t>ks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4410" y="466739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0000" y="4663122"/>
            <a:ext cx="6738620" cy="83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10"/>
              </a:lnSpc>
            </a:pPr>
            <a:r>
              <a:rPr sz="1850" spc="10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10" dirty="0">
                <a:latin typeface="Calibri"/>
                <a:cs typeface="Calibri"/>
              </a:rPr>
              <a:t>mma</a:t>
            </a:r>
            <a:r>
              <a:rPr sz="1850" dirty="0">
                <a:latin typeface="Calibri"/>
                <a:cs typeface="Calibri"/>
              </a:rPr>
              <a:t>riz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20" dirty="0">
                <a:latin typeface="Calibri"/>
                <a:cs typeface="Calibri"/>
              </a:rPr>
              <a:t>w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at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20" dirty="0">
                <a:latin typeface="Calibri"/>
                <a:cs typeface="Calibri"/>
              </a:rPr>
              <a:t>w</a:t>
            </a:r>
            <a:r>
              <a:rPr sz="1850" spc="5" dirty="0">
                <a:latin typeface="Calibri"/>
                <a:cs typeface="Calibri"/>
              </a:rPr>
              <a:t>as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l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15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ned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d 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10" dirty="0">
                <a:latin typeface="Calibri"/>
                <a:cs typeface="Calibri"/>
              </a:rPr>
              <a:t>w </a:t>
            </a:r>
            <a:r>
              <a:rPr sz="1850" spc="-5" dirty="0">
                <a:latin typeface="Calibri"/>
                <a:cs typeface="Calibri"/>
              </a:rPr>
              <a:t>i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c</a:t>
            </a:r>
            <a:r>
              <a:rPr sz="1850" spc="5" dirty="0">
                <a:latin typeface="Calibri"/>
                <a:cs typeface="Calibri"/>
              </a:rPr>
              <a:t>an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5" dirty="0">
                <a:latin typeface="Calibri"/>
                <a:cs typeface="Calibri"/>
              </a:rPr>
              <a:t>ap</a:t>
            </a:r>
            <a:r>
              <a:rPr sz="1850" dirty="0">
                <a:latin typeface="Calibri"/>
                <a:cs typeface="Calibri"/>
              </a:rPr>
              <a:t>pli</a:t>
            </a:r>
            <a:r>
              <a:rPr sz="1850" spc="10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d. </a:t>
            </a:r>
            <a:r>
              <a:rPr sz="1850" spc="-5" dirty="0">
                <a:latin typeface="Calibri"/>
                <a:cs typeface="Calibri"/>
              </a:rPr>
              <a:t>(</a:t>
            </a:r>
            <a:r>
              <a:rPr sz="1850" spc="5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a</a:t>
            </a:r>
            <a:r>
              <a:rPr sz="1850" spc="20" dirty="0">
                <a:latin typeface="Calibri"/>
                <a:cs typeface="Calibri"/>
              </a:rPr>
              <a:t>w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5" dirty="0">
                <a:latin typeface="Calibri"/>
                <a:cs typeface="Calibri"/>
              </a:rPr>
              <a:t>of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15" dirty="0">
                <a:latin typeface="Calibri"/>
                <a:cs typeface="Calibri"/>
              </a:rPr>
              <a:t>y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ur c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ri</a:t>
            </a:r>
            <a:r>
              <a:rPr sz="1850" spc="10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io</a:t>
            </a:r>
            <a:r>
              <a:rPr sz="1850" spc="5" dirty="0">
                <a:latin typeface="Calibri"/>
                <a:cs typeface="Calibri"/>
              </a:rPr>
              <a:t>n</a:t>
            </a:r>
            <a:r>
              <a:rPr sz="1850" dirty="0">
                <a:latin typeface="Calibri"/>
                <a:cs typeface="Calibri"/>
              </a:rPr>
              <a:t>s: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h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m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rigi</a:t>
            </a:r>
            <a:r>
              <a:rPr sz="1850" spc="1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al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d a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h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 w</a:t>
            </a:r>
            <a:r>
              <a:rPr sz="1850" spc="-5" dirty="0">
                <a:latin typeface="Calibri"/>
                <a:cs typeface="Calibri"/>
              </a:rPr>
              <a:t>or</a:t>
            </a:r>
            <a:r>
              <a:rPr sz="1850" dirty="0">
                <a:latin typeface="Calibri"/>
                <a:cs typeface="Calibri"/>
              </a:rPr>
              <a:t>k </a:t>
            </a:r>
            <a:r>
              <a:rPr sz="1850" spc="10" dirty="0">
                <a:latin typeface="Calibri"/>
                <a:cs typeface="Calibri"/>
              </a:rPr>
              <a:t>s</a:t>
            </a:r>
            <a:r>
              <a:rPr sz="1850" dirty="0">
                <a:latin typeface="Calibri"/>
                <a:cs typeface="Calibri"/>
              </a:rPr>
              <a:t>ubs</a:t>
            </a:r>
            <a:r>
              <a:rPr sz="1850" spc="5" dirty="0">
                <a:latin typeface="Calibri"/>
                <a:cs typeface="Calibri"/>
              </a:rPr>
              <a:t>ta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i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-5" dirty="0">
                <a:latin typeface="Calibri"/>
                <a:cs typeface="Calibri"/>
              </a:rPr>
              <a:t>l?</a:t>
            </a:r>
            <a:r>
              <a:rPr sz="1850" spc="5" dirty="0">
                <a:latin typeface="Calibri"/>
                <a:cs typeface="Calibri"/>
              </a:rPr>
              <a:t>)</a:t>
            </a:r>
            <a:endParaRPr sz="1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50" spc="10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c</a:t>
            </a:r>
            <a:r>
              <a:rPr sz="1850" spc="10" dirty="0">
                <a:latin typeface="Calibri"/>
                <a:cs typeface="Calibri"/>
              </a:rPr>
              <a:t>om</a:t>
            </a:r>
            <a:r>
              <a:rPr sz="1850" spc="5" dirty="0">
                <a:latin typeface="Calibri"/>
                <a:cs typeface="Calibri"/>
              </a:rPr>
              <a:t>me</a:t>
            </a:r>
            <a:r>
              <a:rPr sz="1850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d </a:t>
            </a:r>
            <a:r>
              <a:rPr sz="1850" spc="10" dirty="0">
                <a:latin typeface="Calibri"/>
                <a:cs typeface="Calibri"/>
              </a:rPr>
              <a:t>f</a:t>
            </a:r>
            <a:r>
              <a:rPr sz="1850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e </a:t>
            </a:r>
            <a:r>
              <a:rPr sz="1850" spc="10" dirty="0">
                <a:latin typeface="Calibri"/>
                <a:cs typeface="Calibri"/>
              </a:rPr>
              <a:t>wo</a:t>
            </a:r>
            <a:r>
              <a:rPr sz="1850" spc="-5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k 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ma</a:t>
            </a:r>
            <a:r>
              <a:rPr sz="1850" spc="-5" dirty="0">
                <a:latin typeface="Calibri"/>
                <a:cs typeface="Calibri"/>
              </a:rPr>
              <a:t>k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y</a:t>
            </a:r>
            <a:r>
              <a:rPr sz="1850" spc="-5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dirty="0">
                <a:latin typeface="Calibri"/>
                <a:cs typeface="Calibri"/>
              </a:rPr>
              <a:t>r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i</a:t>
            </a:r>
            <a:r>
              <a:rPr sz="1850" dirty="0">
                <a:latin typeface="Calibri"/>
                <a:cs typeface="Calibri"/>
              </a:rPr>
              <a:t>de</a:t>
            </a:r>
            <a:r>
              <a:rPr sz="1850" spc="5" dirty="0">
                <a:latin typeface="Calibri"/>
                <a:cs typeface="Calibri"/>
              </a:rPr>
              <a:t>a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“</a:t>
            </a:r>
            <a:r>
              <a:rPr sz="1850" spc="5" dirty="0">
                <a:latin typeface="Calibri"/>
                <a:cs typeface="Calibri"/>
              </a:rPr>
              <a:t>b</a:t>
            </a:r>
            <a:r>
              <a:rPr sz="1850" dirty="0">
                <a:latin typeface="Calibri"/>
                <a:cs typeface="Calibri"/>
              </a:rPr>
              <a:t>e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spc="-5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e</a:t>
            </a:r>
            <a:r>
              <a:rPr sz="1850" dirty="0">
                <a:latin typeface="Calibri"/>
                <a:cs typeface="Calibri"/>
              </a:rPr>
              <a:t>r!”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94410" y="5243977"/>
            <a:ext cx="12318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0" dirty="0">
                <a:latin typeface="Calibri"/>
                <a:cs typeface="Calibri"/>
              </a:rPr>
              <a:t>–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940" y="5686499"/>
            <a:ext cx="504825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29" indent="-240029">
              <a:lnSpc>
                <a:spcPct val="100000"/>
              </a:lnSpc>
              <a:buFont typeface="Trebuchet MS"/>
              <a:buChar char="•"/>
              <a:tabLst>
                <a:tab pos="252729" algn="l"/>
              </a:tabLst>
            </a:pPr>
            <a:r>
              <a:rPr sz="2000" spc="15" dirty="0">
                <a:latin typeface="Calibri"/>
                <a:cs typeface="Calibri"/>
              </a:rPr>
              <a:t>Ab</a:t>
            </a:r>
            <a:r>
              <a:rPr sz="2000" spc="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tr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ct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Ex</a:t>
            </a:r>
            <a:r>
              <a:rPr sz="2000" spc="10" dirty="0">
                <a:latin typeface="Calibri"/>
                <a:cs typeface="Calibri"/>
              </a:rPr>
              <a:t>ecuti</a:t>
            </a:r>
            <a:r>
              <a:rPr sz="2000" spc="20" dirty="0">
                <a:latin typeface="Calibri"/>
                <a:cs typeface="Calibri"/>
              </a:rPr>
              <a:t>v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S</a:t>
            </a:r>
            <a:r>
              <a:rPr sz="2000" spc="20" dirty="0">
                <a:latin typeface="Calibri"/>
                <a:cs typeface="Calibri"/>
              </a:rPr>
              <a:t>umm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(</a:t>
            </a:r>
            <a:r>
              <a:rPr sz="2000" spc="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w</a:t>
            </a:r>
            <a:r>
              <a:rPr sz="2000" spc="5" dirty="0">
                <a:latin typeface="Calibri"/>
                <a:cs typeface="Calibri"/>
              </a:rPr>
              <a:t>rit</a:t>
            </a:r>
            <a:r>
              <a:rPr sz="2000" spc="10" dirty="0">
                <a:latin typeface="Calibri"/>
                <a:cs typeface="Calibri"/>
              </a:rPr>
              <a:t>e 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spc="1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t!!</a:t>
            </a:r>
            <a:r>
              <a:rPr sz="2000" spc="10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B7AF150-AD4A-4B5D-8190-9EA29D45AA08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50339" y="1727200"/>
            <a:ext cx="636714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7454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3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	&amp;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Rev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Pr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ncip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BF4D377B-DEC7-4F02-B796-13CD490D5502}" type="datetime1">
              <a:rPr lang="en-US" smtClean="0"/>
              <a:t>5/24/26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lang="en-US" smtClean="0"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T</a:t>
            </a:r>
            <a:r>
              <a:rPr spc="-30"/>
              <a:t>h</a:t>
            </a:r>
            <a:r>
              <a:rPr spc="-20"/>
              <a:t>e</a:t>
            </a:r>
            <a:r>
              <a:rPr spc="-5"/>
              <a:t> F</a:t>
            </a:r>
            <a:r>
              <a:rPr spc="-10"/>
              <a:t>i</a:t>
            </a:r>
            <a:r>
              <a:rPr spc="-30"/>
              <a:t>v</a:t>
            </a:r>
            <a:r>
              <a:rPr spc="-20"/>
              <a:t>e</a:t>
            </a:r>
            <a:r>
              <a:rPr spc="-10"/>
              <a:t> </a:t>
            </a:r>
            <a:r>
              <a:rPr spc="-30"/>
              <a:t>D</a:t>
            </a:r>
            <a:r>
              <a:rPr spc="-25"/>
              <a:t>r</a:t>
            </a:r>
            <a:r>
              <a:rPr spc="-5"/>
              <a:t>i</a:t>
            </a:r>
            <a:r>
              <a:rPr spc="-10"/>
              <a:t>v</a:t>
            </a:r>
            <a:r>
              <a:rPr spc="-25"/>
              <a:t>er</a:t>
            </a:r>
            <a:r>
              <a:t>s</a:t>
            </a:r>
            <a:endParaRPr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866139"/>
            <a:ext cx="10096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280" dirty="0">
                <a:latin typeface="Trebuchet MS"/>
                <a:cs typeface="Trebuchet MS"/>
              </a:rPr>
              <a:t>•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6010" y="1889760"/>
            <a:ext cx="80327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dirty="0">
                <a:latin typeface="Calibri"/>
                <a:cs typeface="Calibri"/>
              </a:rPr>
              <a:t>Ac</a:t>
            </a:r>
            <a:r>
              <a:rPr sz="1650" spc="-5" dirty="0">
                <a:latin typeface="Calibri"/>
                <a:cs typeface="Calibri"/>
              </a:rPr>
              <a:t>c</a:t>
            </a:r>
            <a:r>
              <a:rPr sz="1650" spc="10" dirty="0">
                <a:latin typeface="Calibri"/>
                <a:cs typeface="Calibri"/>
              </a:rPr>
              <a:t>u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dirty="0">
                <a:latin typeface="Calibri"/>
                <a:cs typeface="Calibri"/>
              </a:rPr>
              <a:t>acy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1910" y="2182818"/>
            <a:ext cx="10541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3689" y="2181542"/>
            <a:ext cx="1446530" cy="217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5" dirty="0">
                <a:latin typeface="Calibri"/>
                <a:cs typeface="Calibri"/>
              </a:rPr>
              <a:t>S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spc="5" dirty="0">
                <a:latin typeface="Calibri"/>
                <a:cs typeface="Calibri"/>
              </a:rPr>
              <a:t>y</a:t>
            </a:r>
            <a:r>
              <a:rPr sz="1500" spc="-10" dirty="0">
                <a:latin typeface="Calibri"/>
                <a:cs typeface="Calibri"/>
              </a:rPr>
              <a:t>l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s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ic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c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5" dirty="0">
                <a:latin typeface="Calibri"/>
                <a:cs typeface="Calibri"/>
              </a:rPr>
              <a:t>u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5" dirty="0">
                <a:latin typeface="Calibri"/>
                <a:cs typeface="Calibri"/>
              </a:rPr>
              <a:t>y</a:t>
            </a:r>
            <a:r>
              <a:rPr sz="1500" dirty="0">
                <a:latin typeface="Calibri"/>
                <a:cs typeface="Calibri"/>
              </a:rPr>
              <a:t>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8519" y="2581149"/>
            <a:ext cx="10096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280" dirty="0">
                <a:latin typeface="Trebuchet MS"/>
                <a:cs typeface="Trebuchet MS"/>
              </a:rPr>
              <a:t>•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6010" y="2603500"/>
            <a:ext cx="58102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5" dirty="0">
                <a:latin typeface="Calibri"/>
                <a:cs typeface="Calibri"/>
              </a:rPr>
              <a:t>C</a:t>
            </a:r>
            <a:r>
              <a:rPr sz="1650" spc="-5" dirty="0">
                <a:latin typeface="Calibri"/>
                <a:cs typeface="Calibri"/>
              </a:rPr>
              <a:t>l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5" dirty="0">
                <a:latin typeface="Calibri"/>
                <a:cs typeface="Calibri"/>
              </a:rPr>
              <a:t>ri</a:t>
            </a:r>
            <a:r>
              <a:rPr sz="165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y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1910" y="2897828"/>
            <a:ext cx="10541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3689" y="2895282"/>
            <a:ext cx="3435350" cy="488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ad</a:t>
            </a:r>
            <a:r>
              <a:rPr sz="1500" dirty="0">
                <a:latin typeface="Calibri"/>
                <a:cs typeface="Calibri"/>
              </a:rPr>
              <a:t>ic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5" dirty="0">
                <a:latin typeface="Calibri"/>
                <a:cs typeface="Calibri"/>
              </a:rPr>
              <a:t> w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h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s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15" dirty="0">
                <a:latin typeface="Calibri"/>
                <a:cs typeface="Calibri"/>
              </a:rPr>
              <a:t>s</a:t>
            </a:r>
            <a:r>
              <a:rPr sz="1500" spc="-5" dirty="0">
                <a:latin typeface="Calibri"/>
                <a:cs typeface="Calibri"/>
              </a:rPr>
              <a:t>s?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spc="5" dirty="0">
                <a:latin typeface="Calibri"/>
                <a:cs typeface="Calibri"/>
              </a:rPr>
              <a:t>S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u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spc="-5" dirty="0">
                <a:latin typeface="Calibri"/>
                <a:cs typeface="Calibri"/>
              </a:rPr>
              <a:t>u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l </a:t>
            </a:r>
            <a:r>
              <a:rPr sz="1500" spc="-10" dirty="0">
                <a:latin typeface="Calibri"/>
                <a:cs typeface="Calibri"/>
              </a:rPr>
              <a:t>c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-5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1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f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5" dirty="0">
                <a:latin typeface="Calibri"/>
                <a:cs typeface="Calibri"/>
              </a:rPr>
              <a:t> vs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h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e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c</a:t>
            </a:r>
            <a:r>
              <a:rPr sz="1500" dirty="0">
                <a:latin typeface="Calibri"/>
                <a:cs typeface="Calibri"/>
              </a:rPr>
              <a:t>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-5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ns?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8519" y="3566669"/>
            <a:ext cx="10096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280" dirty="0">
                <a:latin typeface="Trebuchet MS"/>
                <a:cs typeface="Trebuchet MS"/>
              </a:rPr>
              <a:t>•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6010" y="3589020"/>
            <a:ext cx="107950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5" dirty="0">
                <a:latin typeface="Calibri"/>
                <a:cs typeface="Calibri"/>
              </a:rPr>
              <a:t>C</a:t>
            </a:r>
            <a:r>
              <a:rPr sz="1650" spc="-5" dirty="0">
                <a:latin typeface="Calibri"/>
                <a:cs typeface="Calibri"/>
              </a:rPr>
              <a:t>o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dirty="0">
                <a:latin typeface="Calibri"/>
                <a:cs typeface="Calibri"/>
              </a:rPr>
              <a:t>c</a:t>
            </a:r>
            <a:r>
              <a:rPr sz="1650" spc="-10" dirty="0">
                <a:latin typeface="Calibri"/>
                <a:cs typeface="Calibri"/>
              </a:rPr>
              <a:t>i</a:t>
            </a:r>
            <a:r>
              <a:rPr sz="1650" spc="5" dirty="0">
                <a:latin typeface="Calibri"/>
                <a:cs typeface="Calibri"/>
              </a:rPr>
              <a:t>se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ess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1910" y="3883348"/>
            <a:ext cx="10541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3689" y="3880802"/>
            <a:ext cx="4246245" cy="217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5" dirty="0">
                <a:latin typeface="Calibri"/>
                <a:cs typeface="Calibri"/>
              </a:rPr>
              <a:t>B</a:t>
            </a:r>
            <a:r>
              <a:rPr sz="1500" dirty="0">
                <a:latin typeface="Calibri"/>
                <a:cs typeface="Calibri"/>
              </a:rPr>
              <a:t>e</a:t>
            </a:r>
            <a:r>
              <a:rPr sz="1500" spc="-5" dirty="0">
                <a:latin typeface="Calibri"/>
                <a:cs typeface="Calibri"/>
              </a:rPr>
              <a:t> sh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dirty="0">
                <a:latin typeface="Calibri"/>
                <a:cs typeface="Calibri"/>
              </a:rPr>
              <a:t>rt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an</a:t>
            </a:r>
            <a:r>
              <a:rPr sz="1500" dirty="0">
                <a:latin typeface="Calibri"/>
                <a:cs typeface="Calibri"/>
              </a:rPr>
              <a:t>d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5" dirty="0">
                <a:latin typeface="Calibri"/>
                <a:cs typeface="Calibri"/>
              </a:rPr>
              <a:t>an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ngfu</a:t>
            </a:r>
            <a:r>
              <a:rPr sz="1500" dirty="0">
                <a:latin typeface="Calibri"/>
                <a:cs typeface="Calibri"/>
              </a:rPr>
              <a:t>l. </a:t>
            </a:r>
            <a:r>
              <a:rPr sz="1500" spc="-5" dirty="0">
                <a:latin typeface="Calibri"/>
                <a:cs typeface="Calibri"/>
              </a:rPr>
              <a:t>Wha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m</a:t>
            </a:r>
            <a:r>
              <a:rPr sz="1500" spc="-5" dirty="0">
                <a:latin typeface="Calibri"/>
                <a:cs typeface="Calibri"/>
              </a:rPr>
              <a:t>ean</a:t>
            </a:r>
            <a:r>
              <a:rPr sz="1500" dirty="0">
                <a:latin typeface="Calibri"/>
                <a:cs typeface="Calibri"/>
              </a:rPr>
              <a:t>?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5" dirty="0">
                <a:latin typeface="Calibri"/>
                <a:cs typeface="Calibri"/>
              </a:rPr>
              <a:t>u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-10" dirty="0">
                <a:latin typeface="Calibri"/>
                <a:cs typeface="Calibri"/>
              </a:rPr>
              <a:t> o</a:t>
            </a:r>
            <a:r>
              <a:rPr sz="1500" spc="-5" dirty="0">
                <a:latin typeface="Calibri"/>
                <a:cs typeface="Calibri"/>
              </a:rPr>
              <a:t>ff?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8519" y="4281679"/>
            <a:ext cx="10096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280" dirty="0">
                <a:latin typeface="Trebuchet MS"/>
                <a:cs typeface="Trebuchet MS"/>
              </a:rPr>
              <a:t>•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6010" y="4304029"/>
            <a:ext cx="960119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5" dirty="0">
                <a:latin typeface="Calibri"/>
                <a:cs typeface="Calibri"/>
              </a:rPr>
              <a:t>C</a:t>
            </a:r>
            <a:r>
              <a:rPr sz="1650" spc="-5" dirty="0">
                <a:latin typeface="Calibri"/>
                <a:cs typeface="Calibri"/>
              </a:rPr>
              <a:t>o</a:t>
            </a:r>
            <a:r>
              <a:rPr sz="1650" spc="10" dirty="0">
                <a:latin typeface="Calibri"/>
                <a:cs typeface="Calibri"/>
              </a:rPr>
              <a:t>h</a:t>
            </a:r>
            <a:r>
              <a:rPr sz="1650" spc="5" dirty="0">
                <a:latin typeface="Calibri"/>
                <a:cs typeface="Calibri"/>
              </a:rPr>
              <a:t>ere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-5" dirty="0">
                <a:latin typeface="Calibri"/>
                <a:cs typeface="Calibri"/>
              </a:rPr>
              <a:t>c</a:t>
            </a:r>
            <a:r>
              <a:rPr sz="1650" spc="5" dirty="0">
                <a:latin typeface="Calibri"/>
                <a:cs typeface="Calibri"/>
              </a:rPr>
              <a:t>e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1910" y="4598358"/>
            <a:ext cx="10541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3689" y="4595812"/>
            <a:ext cx="4781550" cy="527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8300"/>
              </a:lnSpc>
            </a:pP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ad</a:t>
            </a:r>
            <a:r>
              <a:rPr sz="1500" dirty="0">
                <a:latin typeface="Calibri"/>
                <a:cs typeface="Calibri"/>
              </a:rPr>
              <a:t>ic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s </a:t>
            </a:r>
            <a:r>
              <a:rPr sz="1500" spc="-10" dirty="0">
                <a:latin typeface="Calibri"/>
                <a:cs typeface="Calibri"/>
              </a:rPr>
              <a:t>co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c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se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5" dirty="0">
                <a:latin typeface="Calibri"/>
                <a:cs typeface="Calibri"/>
              </a:rPr>
              <a:t>es</a:t>
            </a:r>
            <a:r>
              <a:rPr sz="1500" dirty="0">
                <a:latin typeface="Calibri"/>
                <a:cs typeface="Calibri"/>
              </a:rPr>
              <a:t>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f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dirty="0">
                <a:latin typeface="Calibri"/>
                <a:cs typeface="Calibri"/>
              </a:rPr>
              <a:t>r </a:t>
            </a:r>
            <a:r>
              <a:rPr sz="1500" spc="-10" dirty="0">
                <a:latin typeface="Calibri"/>
                <a:cs typeface="Calibri"/>
              </a:rPr>
              <a:t>r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-5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nsh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p</a:t>
            </a:r>
            <a:r>
              <a:rPr sz="1500" dirty="0">
                <a:latin typeface="Calibri"/>
                <a:cs typeface="Calibri"/>
              </a:rPr>
              <a:t>s </a:t>
            </a:r>
            <a:r>
              <a:rPr sz="1500" spc="-5" dirty="0">
                <a:latin typeface="Calibri"/>
                <a:cs typeface="Calibri"/>
              </a:rPr>
              <a:t>b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spc="-5" dirty="0">
                <a:latin typeface="Calibri"/>
                <a:cs typeface="Calibri"/>
              </a:rPr>
              <a:t>we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n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10" dirty="0">
                <a:latin typeface="Calibri"/>
                <a:cs typeface="Calibri"/>
              </a:rPr>
              <a:t>l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m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spc="-5" dirty="0">
                <a:latin typeface="Calibri"/>
                <a:cs typeface="Calibri"/>
              </a:rPr>
              <a:t>s? </a:t>
            </a:r>
            <a:endParaRPr lang="en-US" sz="1500" spc="-5" dirty="0">
              <a:latin typeface="Calibri"/>
              <a:cs typeface="Calibri"/>
            </a:endParaRPr>
          </a:p>
          <a:p>
            <a:pPr marL="12700" marR="5080">
              <a:lnSpc>
                <a:spcPct val="118300"/>
              </a:lnSpc>
            </a:pP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5" dirty="0">
                <a:latin typeface="Calibri"/>
                <a:cs typeface="Calibri"/>
              </a:rPr>
              <a:t>ad</a:t>
            </a:r>
            <a:r>
              <a:rPr sz="1500" dirty="0">
                <a:latin typeface="Calibri"/>
                <a:cs typeface="Calibri"/>
              </a:rPr>
              <a:t>ic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s </a:t>
            </a:r>
            <a:r>
              <a:rPr sz="1500" spc="-10" dirty="0">
                <a:latin typeface="Calibri"/>
                <a:cs typeface="Calibri"/>
              </a:rPr>
              <a:t>c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-5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ri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10" dirty="0">
                <a:latin typeface="Calibri"/>
                <a:cs typeface="Calibri"/>
              </a:rPr>
              <a:t>r</a:t>
            </a:r>
            <a:r>
              <a:rPr sz="1500" spc="10" dirty="0">
                <a:latin typeface="Calibri"/>
                <a:cs typeface="Calibri"/>
              </a:rPr>
              <a:t>m</a:t>
            </a:r>
            <a:r>
              <a:rPr sz="1500" dirty="0">
                <a:latin typeface="Calibri"/>
                <a:cs typeface="Calibri"/>
              </a:rPr>
              <a:t>s</a:t>
            </a:r>
            <a:r>
              <a:rPr sz="1500" spc="-10" dirty="0">
                <a:latin typeface="Calibri"/>
                <a:cs typeface="Calibri"/>
              </a:rPr>
              <a:t> o</a:t>
            </a:r>
            <a:r>
              <a:rPr sz="1500" dirty="0">
                <a:latin typeface="Calibri"/>
                <a:cs typeface="Calibri"/>
              </a:rPr>
              <a:t>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-5" dirty="0">
                <a:latin typeface="Calibri"/>
                <a:cs typeface="Calibri"/>
              </a:rPr>
              <a:t>y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-5" dirty="0">
                <a:latin typeface="Calibri"/>
                <a:cs typeface="Calibri"/>
              </a:rPr>
              <a:t>e?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19" y="5267199"/>
            <a:ext cx="10096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280" dirty="0">
                <a:latin typeface="Trebuchet MS"/>
                <a:cs typeface="Trebuchet MS"/>
              </a:rPr>
              <a:t>•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6010" y="5289550"/>
            <a:ext cx="146304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dirty="0">
                <a:latin typeface="Calibri"/>
                <a:cs typeface="Calibri"/>
              </a:rPr>
              <a:t>Ap</a:t>
            </a:r>
            <a:r>
              <a:rPr sz="1650" spc="10" dirty="0">
                <a:latin typeface="Calibri"/>
                <a:cs typeface="Calibri"/>
              </a:rPr>
              <a:t>p</a:t>
            </a:r>
            <a:r>
              <a:rPr sz="1650" spc="5" dirty="0">
                <a:latin typeface="Calibri"/>
                <a:cs typeface="Calibri"/>
              </a:rPr>
              <a:t>ro</a:t>
            </a:r>
            <a:r>
              <a:rPr sz="1650" spc="10" dirty="0">
                <a:latin typeface="Calibri"/>
                <a:cs typeface="Calibri"/>
              </a:rPr>
              <a:t>p</a:t>
            </a:r>
            <a:r>
              <a:rPr sz="1650" spc="5" dirty="0">
                <a:latin typeface="Calibri"/>
                <a:cs typeface="Calibri"/>
              </a:rPr>
              <a:t>r</a:t>
            </a:r>
            <a:r>
              <a:rPr sz="1650" spc="-5" dirty="0">
                <a:latin typeface="Calibri"/>
                <a:cs typeface="Calibri"/>
              </a:rPr>
              <a:t>i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10" dirty="0">
                <a:latin typeface="Calibri"/>
                <a:cs typeface="Calibri"/>
              </a:rPr>
              <a:t>t</a:t>
            </a:r>
            <a:r>
              <a:rPr sz="1650" spc="5" dirty="0">
                <a:latin typeface="Calibri"/>
                <a:cs typeface="Calibri"/>
              </a:rPr>
              <a:t>e</a:t>
            </a:r>
            <a:r>
              <a:rPr sz="1650" spc="10" dirty="0">
                <a:latin typeface="Calibri"/>
                <a:cs typeface="Calibri"/>
              </a:rPr>
              <a:t>n</a:t>
            </a:r>
            <a:r>
              <a:rPr sz="1650" spc="5" dirty="0">
                <a:latin typeface="Calibri"/>
                <a:cs typeface="Calibri"/>
              </a:rPr>
              <a:t>ess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11910" y="5583878"/>
            <a:ext cx="10541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75" dirty="0"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3689" y="5581332"/>
            <a:ext cx="2720340" cy="488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5" dirty="0">
                <a:latin typeface="Calibri"/>
                <a:cs typeface="Calibri"/>
              </a:rPr>
              <a:t>A</a:t>
            </a:r>
            <a:r>
              <a:rPr sz="1500" spc="-5" dirty="0">
                <a:latin typeface="Calibri"/>
                <a:cs typeface="Calibri"/>
              </a:rPr>
              <a:t>ud</a:t>
            </a:r>
            <a:r>
              <a:rPr sz="1500" dirty="0">
                <a:latin typeface="Calibri"/>
                <a:cs typeface="Calibri"/>
              </a:rPr>
              <a:t>i</a:t>
            </a:r>
            <a:r>
              <a:rPr sz="1500" spc="-5" dirty="0">
                <a:latin typeface="Calibri"/>
                <a:cs typeface="Calibri"/>
              </a:rPr>
              <a:t>e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c</a:t>
            </a:r>
            <a:r>
              <a:rPr sz="1500" dirty="0">
                <a:latin typeface="Calibri"/>
                <a:cs typeface="Calibri"/>
              </a:rPr>
              <a:t>e</a:t>
            </a:r>
            <a:r>
              <a:rPr sz="1500" spc="-5" dirty="0">
                <a:latin typeface="Calibri"/>
                <a:cs typeface="Calibri"/>
              </a:rPr>
              <a:t> a</a:t>
            </a:r>
            <a:r>
              <a:rPr sz="1500" spc="5" dirty="0">
                <a:latin typeface="Calibri"/>
                <a:cs typeface="Calibri"/>
              </a:rPr>
              <a:t>n</a:t>
            </a:r>
            <a:r>
              <a:rPr sz="1500" dirty="0">
                <a:latin typeface="Calibri"/>
                <a:cs typeface="Calibri"/>
              </a:rPr>
              <a:t>d</a:t>
            </a:r>
            <a:r>
              <a:rPr sz="1500" spc="-5" dirty="0">
                <a:latin typeface="Calibri"/>
                <a:cs typeface="Calibri"/>
              </a:rPr>
              <a:t> p</a:t>
            </a:r>
            <a:r>
              <a:rPr sz="1500" spc="-10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b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-5" dirty="0">
                <a:latin typeface="Calibri"/>
                <a:cs typeface="Calibri"/>
              </a:rPr>
              <a:t>em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dirty="0">
                <a:latin typeface="Calibri"/>
                <a:cs typeface="Calibri"/>
              </a:rPr>
              <a:t>C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spc="-10" dirty="0">
                <a:latin typeface="Calibri"/>
                <a:cs typeface="Calibri"/>
              </a:rPr>
              <a:t>t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xt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an</a:t>
            </a:r>
            <a:r>
              <a:rPr sz="1500" dirty="0">
                <a:latin typeface="Calibri"/>
                <a:cs typeface="Calibri"/>
              </a:rPr>
              <a:t>d</a:t>
            </a:r>
            <a:r>
              <a:rPr sz="1500" spc="-5" dirty="0">
                <a:latin typeface="Calibri"/>
                <a:cs typeface="Calibri"/>
              </a:rPr>
              <a:t> p</a:t>
            </a:r>
            <a:r>
              <a:rPr sz="1500" dirty="0">
                <a:latin typeface="Calibri"/>
                <a:cs typeface="Calibri"/>
              </a:rPr>
              <a:t>r</a:t>
            </a:r>
            <a:r>
              <a:rPr sz="1500" spc="-10" dirty="0">
                <a:latin typeface="Calibri"/>
                <a:cs typeface="Calibri"/>
              </a:rPr>
              <a:t>o</a:t>
            </a:r>
            <a:r>
              <a:rPr sz="1500" spc="-5" dirty="0">
                <a:latin typeface="Calibri"/>
                <a:cs typeface="Calibri"/>
              </a:rPr>
              <a:t>b</a:t>
            </a:r>
            <a:r>
              <a:rPr sz="1500" dirty="0">
                <a:latin typeface="Calibri"/>
                <a:cs typeface="Calibri"/>
              </a:rPr>
              <a:t>l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dirty="0">
                <a:latin typeface="Calibri"/>
                <a:cs typeface="Calibri"/>
              </a:rPr>
              <a:t>m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v</a:t>
            </a:r>
            <a:r>
              <a:rPr sz="1500" dirty="0">
                <a:latin typeface="Calibri"/>
                <a:cs typeface="Calibri"/>
              </a:rPr>
              <a:t>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</a:t>
            </a:r>
            <a:r>
              <a:rPr sz="1500" spc="5" dirty="0">
                <a:latin typeface="Calibri"/>
                <a:cs typeface="Calibri"/>
              </a:rPr>
              <a:t>u</a:t>
            </a:r>
            <a:r>
              <a:rPr sz="1500" spc="-5" dirty="0">
                <a:latin typeface="Calibri"/>
                <a:cs typeface="Calibri"/>
              </a:rPr>
              <a:t>d</a:t>
            </a:r>
            <a:r>
              <a:rPr sz="1500" spc="-10" dirty="0">
                <a:latin typeface="Calibri"/>
                <a:cs typeface="Calibri"/>
              </a:rPr>
              <a:t>i</a:t>
            </a:r>
            <a:r>
              <a:rPr sz="1500" spc="5" dirty="0">
                <a:latin typeface="Calibri"/>
                <a:cs typeface="Calibri"/>
              </a:rPr>
              <a:t>e</a:t>
            </a:r>
            <a:r>
              <a:rPr sz="1500" spc="-5" dirty="0">
                <a:latin typeface="Calibri"/>
                <a:cs typeface="Calibri"/>
              </a:rPr>
              <a:t>n</a:t>
            </a:r>
            <a:r>
              <a:rPr sz="1500" dirty="0">
                <a:latin typeface="Calibri"/>
                <a:cs typeface="Calibri"/>
              </a:rPr>
              <a:t>c</a:t>
            </a:r>
            <a:r>
              <a:rPr sz="1500" spc="-5" dirty="0">
                <a:latin typeface="Calibri"/>
                <a:cs typeface="Calibri"/>
              </a:rPr>
              <a:t>e?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29" name="Date Placeholder 2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1709364-BB7D-46E2-9579-893A9BDEEE2A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4" grpId="0"/>
      <p:bldP spid="16" grpId="0"/>
      <p:bldP spid="18" grpId="0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35"/>
              <a:t>P</a:t>
            </a:r>
            <a:r>
              <a:rPr spc="-5"/>
              <a:t>u</a:t>
            </a:r>
            <a:r>
              <a:rPr spc="-10"/>
              <a:t>r</a:t>
            </a:r>
            <a:r>
              <a:rPr spc="-5"/>
              <a:t>p</a:t>
            </a:r>
            <a:r>
              <a:rPr spc="5"/>
              <a:t>o</a:t>
            </a:r>
            <a:r>
              <a:rPr spc="-20"/>
              <a:t>s</a:t>
            </a:r>
            <a:r>
              <a:rPr spc="-15"/>
              <a:t>e</a:t>
            </a:r>
            <a:r>
              <a:t>?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362006" y="2667000"/>
            <a:ext cx="2384425" cy="222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sz="2400" spc="-20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ro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id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inf</a:t>
            </a:r>
            <a:r>
              <a:rPr sz="2400" dirty="0">
                <a:latin typeface="Calibri"/>
                <a:cs typeface="Calibri"/>
              </a:rPr>
              <a:t>o</a:t>
            </a: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str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20" dirty="0">
                <a:latin typeface="Calibri"/>
                <a:cs typeface="Calibri"/>
              </a:rPr>
              <a:t>P</a:t>
            </a:r>
            <a:r>
              <a:rPr sz="2400" spc="-15" dirty="0">
                <a:latin typeface="Calibri"/>
                <a:cs typeface="Calibri"/>
              </a:rPr>
              <a:t>er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de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20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ro</a:t>
            </a:r>
            <a:r>
              <a:rPr sz="2400" spc="-5" dirty="0">
                <a:latin typeface="Calibri"/>
                <a:cs typeface="Calibri"/>
              </a:rPr>
              <a:t>hibi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8BCEFE8-B8D8-4DE2-AABE-7E3B4258A197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10"/>
              <a:t>O</a:t>
            </a:r>
            <a:r>
              <a:rPr spc="-25"/>
              <a:t>r</a:t>
            </a:r>
            <a:r>
              <a:rPr spc="-5"/>
              <a:t>ganization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05909"/>
            <a:ext cx="168719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tory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98269" y="2377423"/>
            <a:ext cx="142240" cy="646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90" dirty="0">
                <a:latin typeface="Calibri"/>
                <a:cs typeface="Calibri"/>
              </a:rPr>
              <a:t>–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650" spc="90" dirty="0">
                <a:latin typeface="Calibri"/>
                <a:cs typeface="Calibri"/>
              </a:rPr>
              <a:t>–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2120" y="2373629"/>
            <a:ext cx="1448435" cy="80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700"/>
              </a:lnSpc>
            </a:pPr>
            <a:r>
              <a:rPr sz="2200" spc="-20" dirty="0">
                <a:latin typeface="Calibri"/>
                <a:cs typeface="Calibri"/>
              </a:rPr>
              <a:t>W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’</a:t>
            </a:r>
            <a:r>
              <a:rPr sz="2200" spc="-10" dirty="0">
                <a:latin typeface="Calibri"/>
                <a:cs typeface="Calibri"/>
              </a:rPr>
              <a:t>s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? </a:t>
            </a:r>
            <a:endParaRPr lang="en-US" sz="2200" dirty="0">
              <a:latin typeface="Calibri"/>
              <a:cs typeface="Calibri"/>
            </a:endParaRPr>
          </a:p>
          <a:p>
            <a:pPr marL="12700" marR="5080">
              <a:lnSpc>
                <a:spcPct val="122700"/>
              </a:lnSpc>
            </a:pPr>
            <a:r>
              <a:rPr sz="2200" spc="-20" dirty="0">
                <a:latin typeface="Calibri"/>
                <a:cs typeface="Calibri"/>
              </a:rPr>
              <a:t>Hy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8519" y="3348628"/>
            <a:ext cx="131635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sz="240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ra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ing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8269" y="3820143"/>
            <a:ext cx="1422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90" dirty="0">
                <a:latin typeface="Calibri"/>
                <a:cs typeface="Calibri"/>
              </a:rPr>
              <a:t>–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2120" y="3816350"/>
            <a:ext cx="267144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r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15" dirty="0">
                <a:latin typeface="Calibri"/>
                <a:cs typeface="Calibri"/>
              </a:rPr>
              <a:t>e </a:t>
            </a:r>
            <a:r>
              <a:rPr sz="2200" spc="5" dirty="0">
                <a:latin typeface="Calibri"/>
                <a:cs typeface="Calibri"/>
              </a:rPr>
              <a:t>s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ru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10" dirty="0">
                <a:latin typeface="Calibri"/>
                <a:cs typeface="Calibri"/>
              </a:rPr>
              <a:t>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 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FE40D27-3767-49DB-A8CC-3F92CAEAACEE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25"/>
              <a:t>Rev</a:t>
            </a:r>
            <a:r>
              <a:rPr spc="-10"/>
              <a:t>i</a:t>
            </a:r>
            <a:r>
              <a:rPr spc="-5"/>
              <a:t>sing</a:t>
            </a:r>
            <a:endParaRPr spc="-5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866384"/>
            <a:ext cx="104139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280" dirty="0">
                <a:latin typeface="Trebuchet MS"/>
                <a:cs typeface="Trebuchet MS"/>
              </a:rPr>
              <a:t>•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3630" y="1890395"/>
            <a:ext cx="117221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5" dirty="0">
                <a:latin typeface="Calibri"/>
                <a:cs typeface="Calibri"/>
              </a:rPr>
              <a:t>O</a:t>
            </a:r>
            <a:r>
              <a:rPr sz="1700" spc="10" dirty="0">
                <a:latin typeface="Calibri"/>
                <a:cs typeface="Calibri"/>
              </a:rPr>
              <a:t>r</a:t>
            </a:r>
            <a:r>
              <a:rPr sz="1700" spc="5" dirty="0">
                <a:latin typeface="Calibri"/>
                <a:cs typeface="Calibri"/>
              </a:rPr>
              <a:t>gani</a:t>
            </a:r>
            <a:r>
              <a:rPr sz="1700" dirty="0">
                <a:latin typeface="Calibri"/>
                <a:cs typeface="Calibri"/>
              </a:rPr>
              <a:t>z</a:t>
            </a:r>
            <a:r>
              <a:rPr sz="1700" spc="10" dirty="0">
                <a:latin typeface="Calibri"/>
                <a:cs typeface="Calibri"/>
              </a:rPr>
              <a:t>a</a:t>
            </a:r>
            <a:r>
              <a:rPr sz="1700" spc="15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io</a:t>
            </a:r>
            <a:r>
              <a:rPr sz="1700" spc="15" dirty="0">
                <a:latin typeface="Calibri"/>
                <a:cs typeface="Calibri"/>
              </a:rPr>
              <a:t>n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8519" y="2326124"/>
            <a:ext cx="104139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305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3630" y="2350135"/>
            <a:ext cx="831215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5" dirty="0">
                <a:latin typeface="Calibri"/>
                <a:cs typeface="Calibri"/>
              </a:rPr>
              <a:t>Accu</a:t>
            </a:r>
            <a:r>
              <a:rPr sz="1750" dirty="0">
                <a:latin typeface="Calibri"/>
                <a:cs typeface="Calibri"/>
              </a:rPr>
              <a:t>r</a:t>
            </a:r>
            <a:r>
              <a:rPr sz="1750" spc="-25" dirty="0">
                <a:latin typeface="Calibri"/>
                <a:cs typeface="Calibri"/>
              </a:rPr>
              <a:t>a</a:t>
            </a:r>
            <a:r>
              <a:rPr sz="1750" spc="-10" dirty="0">
                <a:latin typeface="Calibri"/>
                <a:cs typeface="Calibri"/>
              </a:rPr>
              <a:t>cy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8519" y="2785864"/>
            <a:ext cx="104139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280" dirty="0">
                <a:latin typeface="Trebuchet MS"/>
                <a:cs typeface="Trebuchet MS"/>
              </a:rPr>
              <a:t>•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3630" y="2808604"/>
            <a:ext cx="83566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20" dirty="0">
                <a:latin typeface="Calibri"/>
                <a:cs typeface="Calibri"/>
              </a:rPr>
              <a:t>C</a:t>
            </a:r>
            <a:r>
              <a:rPr sz="1750" spc="-10" dirty="0">
                <a:latin typeface="Calibri"/>
                <a:cs typeface="Calibri"/>
              </a:rPr>
              <a:t>o</a:t>
            </a:r>
            <a:r>
              <a:rPr sz="1750" spc="-15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50" spc="-20" dirty="0">
                <a:latin typeface="Calibri"/>
                <a:cs typeface="Calibri"/>
              </a:rPr>
              <a:t>e</a:t>
            </a:r>
            <a:r>
              <a:rPr sz="1750" spc="-15" dirty="0">
                <a:latin typeface="Calibri"/>
                <a:cs typeface="Calibri"/>
              </a:rPr>
              <a:t>n</a:t>
            </a:r>
            <a:r>
              <a:rPr sz="1750" spc="-5" dirty="0">
                <a:latin typeface="Calibri"/>
                <a:cs typeface="Calibri"/>
              </a:rPr>
              <a:t>t</a:t>
            </a:r>
            <a:r>
              <a:rPr sz="1750" spc="-10" dirty="0">
                <a:latin typeface="Calibri"/>
                <a:cs typeface="Calibri"/>
              </a:rPr>
              <a:t>s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8519" y="3245604"/>
            <a:ext cx="104139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305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3630" y="3268345"/>
            <a:ext cx="106807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Calibri"/>
                <a:cs typeface="Calibri"/>
              </a:rPr>
              <a:t>C</a:t>
            </a:r>
            <a:r>
              <a:rPr sz="1700" spc="15" dirty="0">
                <a:latin typeface="Calibri"/>
                <a:cs typeface="Calibri"/>
              </a:rPr>
              <a:t>o</a:t>
            </a:r>
            <a:r>
              <a:rPr sz="1700" spc="10" dirty="0">
                <a:latin typeface="Calibri"/>
                <a:cs typeface="Calibri"/>
              </a:rPr>
              <a:t>mpl</a:t>
            </a:r>
            <a:r>
              <a:rPr sz="1700" spc="5" dirty="0">
                <a:latin typeface="Calibri"/>
                <a:cs typeface="Calibri"/>
              </a:rPr>
              <a:t>e</a:t>
            </a:r>
            <a:r>
              <a:rPr sz="1700" spc="15" dirty="0">
                <a:latin typeface="Calibri"/>
                <a:cs typeface="Calibri"/>
              </a:rPr>
              <a:t>t</a:t>
            </a:r>
            <a:r>
              <a:rPr sz="1700" spc="-5" dirty="0">
                <a:latin typeface="Calibri"/>
                <a:cs typeface="Calibri"/>
              </a:rPr>
              <a:t>i</a:t>
            </a:r>
            <a:r>
              <a:rPr sz="1700" spc="15" dirty="0">
                <a:latin typeface="Calibri"/>
                <a:cs typeface="Calibri"/>
              </a:rPr>
              <a:t>on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8519" y="4163814"/>
            <a:ext cx="104139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305" dirty="0">
                <a:latin typeface="Trebuchet MS"/>
                <a:cs typeface="Trebuchet MS"/>
              </a:rPr>
              <a:t>•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3630" y="4187825"/>
            <a:ext cx="197612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5" dirty="0">
                <a:latin typeface="Calibri"/>
                <a:cs typeface="Calibri"/>
              </a:rPr>
              <a:t>F</a:t>
            </a:r>
            <a:r>
              <a:rPr sz="1750" spc="-10" dirty="0">
                <a:latin typeface="Calibri"/>
                <a:cs typeface="Calibri"/>
              </a:rPr>
              <a:t>r</a:t>
            </a:r>
            <a:r>
              <a:rPr sz="1750" spc="-20" dirty="0">
                <a:latin typeface="Calibri"/>
                <a:cs typeface="Calibri"/>
              </a:rPr>
              <a:t>o</a:t>
            </a:r>
            <a:r>
              <a:rPr sz="1750" spc="-15" dirty="0">
                <a:latin typeface="Calibri"/>
                <a:cs typeface="Calibri"/>
              </a:rPr>
              <a:t>m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r</a:t>
            </a:r>
            <a:r>
              <a:rPr sz="1750" spc="-20" dirty="0">
                <a:latin typeface="Calibri"/>
                <a:cs typeface="Calibri"/>
              </a:rPr>
              <a:t>ev</a:t>
            </a:r>
            <a:r>
              <a:rPr sz="1750" spc="-15" dirty="0">
                <a:latin typeface="Calibri"/>
                <a:cs typeface="Calibri"/>
              </a:rPr>
              <a:t>is</a:t>
            </a:r>
            <a:r>
              <a:rPr sz="1750" spc="-10" dirty="0">
                <a:latin typeface="Calibri"/>
                <a:cs typeface="Calibri"/>
              </a:rPr>
              <a:t>e</a:t>
            </a:r>
            <a:r>
              <a:rPr sz="1750" spc="-5" dirty="0">
                <a:latin typeface="Calibri"/>
                <a:cs typeface="Calibri"/>
              </a:rPr>
              <a:t> t</a:t>
            </a:r>
            <a:r>
              <a:rPr sz="1750" spc="-10" dirty="0">
                <a:latin typeface="Calibri"/>
                <a:cs typeface="Calibri"/>
              </a:rPr>
              <a:t>o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r</a:t>
            </a:r>
            <a:r>
              <a:rPr sz="1750" spc="-20" dirty="0">
                <a:latin typeface="Calibri"/>
                <a:cs typeface="Calibri"/>
              </a:rPr>
              <a:t>ev</a:t>
            </a:r>
            <a:r>
              <a:rPr sz="1750" spc="-10" dirty="0">
                <a:latin typeface="Calibri"/>
                <a:cs typeface="Calibri"/>
              </a:rPr>
              <a:t>i</a:t>
            </a:r>
            <a:r>
              <a:rPr sz="1750" spc="-15" dirty="0">
                <a:latin typeface="Calibri"/>
                <a:cs typeface="Calibri"/>
              </a:rPr>
              <a:t>ew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419" y="4491701"/>
            <a:ext cx="108585" cy="17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70" dirty="0">
                <a:latin typeface="Calibri"/>
                <a:cs typeface="Calibri"/>
              </a:rPr>
              <a:t>–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0360" y="4489450"/>
            <a:ext cx="98171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10" dirty="0">
                <a:latin typeface="Calibri"/>
                <a:cs typeface="Calibri"/>
              </a:rPr>
              <a:t>P</a:t>
            </a:r>
            <a:r>
              <a:rPr sz="1550" dirty="0">
                <a:latin typeface="Calibri"/>
                <a:cs typeface="Calibri"/>
              </a:rPr>
              <a:t>eer</a:t>
            </a:r>
            <a:r>
              <a:rPr sz="1550" spc="-5" dirty="0">
                <a:latin typeface="Calibri"/>
                <a:cs typeface="Calibri"/>
              </a:rPr>
              <a:t> r</a:t>
            </a:r>
            <a:r>
              <a:rPr sz="1550" dirty="0">
                <a:latin typeface="Calibri"/>
                <a:cs typeface="Calibri"/>
              </a:rPr>
              <a:t>eview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34820" y="4792696"/>
            <a:ext cx="88265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spc="125" dirty="0">
                <a:latin typeface="Calibri"/>
                <a:cs typeface="Calibri"/>
              </a:rPr>
              <a:t>●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6279" y="4765992"/>
            <a:ext cx="1469390" cy="500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4700"/>
              </a:lnSpc>
            </a:pPr>
            <a:r>
              <a:rPr sz="1350" spc="5" dirty="0">
                <a:latin typeface="Calibri"/>
                <a:cs typeface="Calibri"/>
              </a:rPr>
              <a:t>R</a:t>
            </a:r>
            <a:r>
              <a:rPr sz="1350" spc="15" dirty="0">
                <a:latin typeface="Calibri"/>
                <a:cs typeface="Calibri"/>
              </a:rPr>
              <a:t>e</a:t>
            </a:r>
            <a:r>
              <a:rPr sz="1350" spc="5" dirty="0">
                <a:latin typeface="Calibri"/>
                <a:cs typeface="Calibri"/>
              </a:rPr>
              <a:t>qu</a:t>
            </a:r>
            <a:r>
              <a:rPr sz="1350" spc="15" dirty="0">
                <a:latin typeface="Calibri"/>
                <a:cs typeface="Calibri"/>
              </a:rPr>
              <a:t>e</a:t>
            </a:r>
            <a:r>
              <a:rPr sz="1350" spc="5" dirty="0">
                <a:latin typeface="Calibri"/>
                <a:cs typeface="Calibri"/>
              </a:rPr>
              <a:t>st </a:t>
            </a:r>
            <a:r>
              <a:rPr sz="1350" spc="10" dirty="0">
                <a:latin typeface="Calibri"/>
                <a:cs typeface="Calibri"/>
              </a:rPr>
              <a:t>fo</a:t>
            </a:r>
            <a:r>
              <a:rPr sz="1350" spc="5" dirty="0">
                <a:latin typeface="Calibri"/>
                <a:cs typeface="Calibri"/>
              </a:rPr>
              <a:t>r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</a:t>
            </a:r>
            <a:r>
              <a:rPr sz="1350" spc="15" dirty="0">
                <a:latin typeface="Calibri"/>
                <a:cs typeface="Calibri"/>
              </a:rPr>
              <a:t>e</a:t>
            </a:r>
            <a:r>
              <a:rPr sz="1350" dirty="0">
                <a:latin typeface="Calibri"/>
                <a:cs typeface="Calibri"/>
              </a:rPr>
              <a:t>v</a:t>
            </a:r>
            <a:r>
              <a:rPr sz="1350" spc="10" dirty="0">
                <a:latin typeface="Calibri"/>
                <a:cs typeface="Calibri"/>
              </a:rPr>
              <a:t>i</a:t>
            </a:r>
            <a:r>
              <a:rPr sz="1350" spc="5" dirty="0">
                <a:latin typeface="Calibri"/>
                <a:cs typeface="Calibri"/>
              </a:rPr>
              <a:t>e</a:t>
            </a:r>
            <a:r>
              <a:rPr sz="1350" spc="15" dirty="0">
                <a:latin typeface="Calibri"/>
                <a:cs typeface="Calibri"/>
              </a:rPr>
              <a:t>w</a:t>
            </a:r>
            <a:r>
              <a:rPr sz="1350" spc="10" dirty="0">
                <a:latin typeface="Calibri"/>
                <a:cs typeface="Calibri"/>
              </a:rPr>
              <a:t> </a:t>
            </a:r>
            <a:endParaRPr lang="en-US" sz="1350" spc="10" dirty="0">
              <a:latin typeface="Calibri"/>
              <a:cs typeface="Calibri"/>
            </a:endParaRPr>
          </a:p>
          <a:p>
            <a:pPr marL="12700" marR="5080">
              <a:lnSpc>
                <a:spcPct val="124700"/>
              </a:lnSpc>
            </a:pPr>
            <a:r>
              <a:rPr sz="1350" spc="10" dirty="0">
                <a:latin typeface="Calibri"/>
                <a:cs typeface="Calibri"/>
              </a:rPr>
              <a:t>P</a:t>
            </a:r>
            <a:r>
              <a:rPr sz="1350" spc="-1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o</a:t>
            </a:r>
            <a:r>
              <a:rPr sz="1350" spc="10" dirty="0">
                <a:latin typeface="Calibri"/>
                <a:cs typeface="Calibri"/>
              </a:rPr>
              <a:t>c</a:t>
            </a:r>
            <a:r>
              <a:rPr sz="1350" spc="5" dirty="0">
                <a:latin typeface="Calibri"/>
                <a:cs typeface="Calibri"/>
              </a:rPr>
              <a:t>e</a:t>
            </a:r>
            <a:r>
              <a:rPr sz="1350" spc="15" dirty="0">
                <a:latin typeface="Calibri"/>
                <a:cs typeface="Calibri"/>
              </a:rPr>
              <a:t>d</a:t>
            </a:r>
            <a:r>
              <a:rPr sz="1350" spc="25" dirty="0">
                <a:latin typeface="Calibri"/>
                <a:cs typeface="Calibri"/>
              </a:rPr>
              <a:t>u</a:t>
            </a:r>
            <a:r>
              <a:rPr sz="1350" spc="-10" dirty="0">
                <a:latin typeface="Calibri"/>
                <a:cs typeface="Calibri"/>
              </a:rPr>
              <a:t>r</a:t>
            </a:r>
            <a:r>
              <a:rPr sz="1350" spc="10" dirty="0">
                <a:latin typeface="Calibri"/>
                <a:cs typeface="Calibri"/>
              </a:rPr>
              <a:t>e </a:t>
            </a:r>
            <a:r>
              <a:rPr sz="1350" spc="20" dirty="0">
                <a:latin typeface="Calibri"/>
                <a:cs typeface="Calibri"/>
              </a:rPr>
              <a:t>a</a:t>
            </a:r>
            <a:r>
              <a:rPr sz="1350" spc="15" dirty="0">
                <a:latin typeface="Calibri"/>
                <a:cs typeface="Calibri"/>
              </a:rPr>
              <a:t>n</a:t>
            </a:r>
            <a:r>
              <a:rPr sz="1350" spc="2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 r</a:t>
            </a:r>
            <a:r>
              <a:rPr sz="1350" spc="15" dirty="0">
                <a:latin typeface="Calibri"/>
                <a:cs typeface="Calibri"/>
              </a:rPr>
              <a:t>u</a:t>
            </a:r>
            <a:r>
              <a:rPr sz="1350" spc="10" dirty="0">
                <a:latin typeface="Calibri"/>
                <a:cs typeface="Calibri"/>
              </a:rPr>
              <a:t>l</a:t>
            </a:r>
            <a:r>
              <a:rPr sz="1350" spc="5" dirty="0">
                <a:latin typeface="Calibri"/>
                <a:cs typeface="Calibri"/>
              </a:rPr>
              <a:t>e</a:t>
            </a:r>
            <a:r>
              <a:rPr sz="1350" spc="10" dirty="0">
                <a:latin typeface="Calibri"/>
                <a:cs typeface="Calibri"/>
              </a:rPr>
              <a:t>s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34820" y="5049236"/>
            <a:ext cx="88265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spc="125" dirty="0">
                <a:latin typeface="Calibri"/>
                <a:cs typeface="Calibri"/>
              </a:rPr>
              <a:t>●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8419" y="5285451"/>
            <a:ext cx="108585" cy="735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70" dirty="0">
                <a:latin typeface="Calibri"/>
                <a:cs typeface="Calibri"/>
              </a:rPr>
              <a:t>–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50" spc="70" dirty="0">
                <a:latin typeface="Calibri"/>
                <a:cs typeface="Calibri"/>
              </a:rPr>
              <a:t>–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50" spc="70" dirty="0">
                <a:latin typeface="Calibri"/>
                <a:cs typeface="Calibri"/>
              </a:rPr>
              <a:t>–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10360" y="5283200"/>
            <a:ext cx="2011045" cy="85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8500"/>
              </a:lnSpc>
            </a:pPr>
            <a:r>
              <a:rPr sz="1550" spc="-30" dirty="0">
                <a:latin typeface="Calibri"/>
                <a:cs typeface="Calibri"/>
              </a:rPr>
              <a:t>F</a:t>
            </a:r>
            <a:r>
              <a:rPr sz="1550" spc="5" dirty="0">
                <a:latin typeface="Calibri"/>
                <a:cs typeface="Calibri"/>
              </a:rPr>
              <a:t>o</a:t>
            </a:r>
            <a:r>
              <a:rPr sz="1550" spc="-5" dirty="0">
                <a:latin typeface="Calibri"/>
                <a:cs typeface="Calibri"/>
              </a:rPr>
              <a:t>r</a:t>
            </a:r>
            <a:r>
              <a:rPr sz="1550" dirty="0">
                <a:latin typeface="Calibri"/>
                <a:cs typeface="Calibri"/>
              </a:rPr>
              <a:t>m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l </a:t>
            </a:r>
            <a:r>
              <a:rPr sz="1550" spc="-10" dirty="0">
                <a:latin typeface="Calibri"/>
                <a:cs typeface="Calibri"/>
              </a:rPr>
              <a:t>T</a:t>
            </a:r>
            <a:r>
              <a:rPr sz="1550" spc="10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c</a:t>
            </a:r>
            <a:r>
              <a:rPr sz="1550" spc="-5" dirty="0">
                <a:latin typeface="Calibri"/>
                <a:cs typeface="Calibri"/>
              </a:rPr>
              <a:t>hn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-5" dirty="0">
                <a:latin typeface="Calibri"/>
                <a:cs typeface="Calibri"/>
              </a:rPr>
              <a:t>c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l Review </a:t>
            </a:r>
            <a:endParaRPr lang="en-US" sz="1550" dirty="0">
              <a:latin typeface="Calibri"/>
              <a:cs typeface="Calibri"/>
            </a:endParaRPr>
          </a:p>
          <a:p>
            <a:pPr marL="12700" marR="5080">
              <a:lnSpc>
                <a:spcPct val="118500"/>
              </a:lnSpc>
            </a:pPr>
            <a:r>
              <a:rPr sz="1550" spc="-35" dirty="0">
                <a:latin typeface="Calibri"/>
                <a:cs typeface="Calibri"/>
              </a:rPr>
              <a:t>E</a:t>
            </a:r>
            <a:r>
              <a:rPr sz="1550" spc="-10" dirty="0">
                <a:latin typeface="Calibri"/>
                <a:cs typeface="Calibri"/>
              </a:rPr>
              <a:t>d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5" dirty="0">
                <a:latin typeface="Calibri"/>
                <a:cs typeface="Calibri"/>
              </a:rPr>
              <a:t>to</a:t>
            </a:r>
            <a:r>
              <a:rPr sz="1550" spc="-5" dirty="0">
                <a:latin typeface="Calibri"/>
                <a:cs typeface="Calibri"/>
              </a:rPr>
              <a:t>r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dirty="0">
                <a:latin typeface="Calibri"/>
                <a:cs typeface="Calibri"/>
              </a:rPr>
              <a:t>l Review </a:t>
            </a:r>
            <a:endParaRPr lang="en-US" sz="1550" dirty="0">
              <a:latin typeface="Calibri"/>
              <a:cs typeface="Calibri"/>
            </a:endParaRPr>
          </a:p>
          <a:p>
            <a:pPr marL="12700" marR="5080">
              <a:lnSpc>
                <a:spcPct val="118500"/>
              </a:lnSpc>
            </a:pPr>
            <a:r>
              <a:rPr sz="1550" spc="-5" dirty="0">
                <a:latin typeface="Calibri"/>
                <a:cs typeface="Calibri"/>
              </a:rPr>
              <a:t>M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5" dirty="0">
                <a:latin typeface="Calibri"/>
                <a:cs typeface="Calibri"/>
              </a:rPr>
              <a:t>n</a:t>
            </a:r>
            <a:r>
              <a:rPr sz="1550" spc="-10" dirty="0">
                <a:latin typeface="Calibri"/>
                <a:cs typeface="Calibri"/>
              </a:rPr>
              <a:t>a</a:t>
            </a:r>
            <a:r>
              <a:rPr sz="1550" spc="-5" dirty="0">
                <a:latin typeface="Calibri"/>
                <a:cs typeface="Calibri"/>
              </a:rPr>
              <a:t>g</a:t>
            </a:r>
            <a:r>
              <a:rPr sz="1550" dirty="0">
                <a:latin typeface="Calibri"/>
                <a:cs typeface="Calibri"/>
              </a:rPr>
              <a:t>e</a:t>
            </a:r>
            <a:r>
              <a:rPr sz="1550" spc="-5" dirty="0">
                <a:latin typeface="Calibri"/>
                <a:cs typeface="Calibri"/>
              </a:rPr>
              <a:t>r</a:t>
            </a:r>
            <a:r>
              <a:rPr sz="1550" dirty="0">
                <a:latin typeface="Calibri"/>
                <a:cs typeface="Calibri"/>
              </a:rPr>
              <a:t>ial Re</a:t>
            </a:r>
            <a:r>
              <a:rPr sz="1550" spc="-5" dirty="0">
                <a:latin typeface="Calibri"/>
                <a:cs typeface="Calibri"/>
              </a:rPr>
              <a:t>v</a:t>
            </a:r>
            <a:r>
              <a:rPr sz="1550" dirty="0">
                <a:latin typeface="Calibri"/>
                <a:cs typeface="Calibri"/>
              </a:rPr>
              <a:t>i</a:t>
            </a:r>
            <a:r>
              <a:rPr sz="1550" spc="10" dirty="0">
                <a:latin typeface="Calibri"/>
                <a:cs typeface="Calibri"/>
              </a:rPr>
              <a:t>e</a:t>
            </a:r>
            <a:r>
              <a:rPr sz="1550" dirty="0">
                <a:latin typeface="Calibri"/>
                <a:cs typeface="Calibri"/>
              </a:rPr>
              <a:t>w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C820613-E9D8-4176-9780-9EC295B2BB65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5"/>
              <a:t>C</a:t>
            </a:r>
            <a:r>
              <a:rPr spc="5"/>
              <a:t>o</a:t>
            </a:r>
            <a:r>
              <a:rPr spc="-10"/>
              <a:t>ll</a:t>
            </a:r>
            <a:r>
              <a:t>abo</a:t>
            </a:r>
            <a:r>
              <a:rPr spc="-10"/>
              <a:t>r</a:t>
            </a:r>
            <a:r>
              <a:rPr spc="-20"/>
              <a:t>a</a:t>
            </a:r>
            <a:r>
              <a:rPr spc="-10"/>
              <a:t>ti</a:t>
            </a:r>
            <a:r>
              <a:rPr spc="-30"/>
              <a:t>v</a:t>
            </a:r>
            <a:r>
              <a:rPr spc="-20"/>
              <a:t>e</a:t>
            </a:r>
            <a:r>
              <a:rPr spc="-10"/>
              <a:t> </a:t>
            </a:r>
            <a:r>
              <a:rPr spc="-55"/>
              <a:t>W</a:t>
            </a:r>
            <a:r>
              <a:rPr spc="-15"/>
              <a:t>r</a:t>
            </a:r>
            <a:r>
              <a:rPr spc="-10"/>
              <a:t>i</a:t>
            </a:r>
            <a:r>
              <a:rPr spc="-5"/>
              <a:t>t</a:t>
            </a:r>
            <a:r>
              <a:rPr spc="-10"/>
              <a:t>i</a:t>
            </a:r>
            <a:r>
              <a:rPr spc="-5"/>
              <a:t>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39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05909"/>
            <a:ext cx="5827395" cy="284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sz="2400" spc="-25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ork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Bre</a:t>
            </a:r>
            <a:r>
              <a:rPr sz="2400" dirty="0">
                <a:latin typeface="Calibri"/>
                <a:cs typeface="Calibri"/>
              </a:rPr>
              <a:t>akd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S</a:t>
            </a:r>
            <a:r>
              <a:rPr sz="2400" spc="-10" dirty="0">
                <a:latin typeface="Calibri"/>
                <a:cs typeface="Calibri"/>
              </a:rPr>
              <a:t>tr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15" dirty="0">
                <a:latin typeface="Calibri"/>
                <a:cs typeface="Calibri"/>
              </a:rPr>
              <a:t>Re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sib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lit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Task</a:t>
            </a:r>
            <a:r>
              <a:rPr sz="2400" spc="-5" dirty="0">
                <a:latin typeface="Calibri"/>
                <a:cs typeface="Calibri"/>
              </a:rPr>
              <a:t> Assi</a:t>
            </a:r>
            <a:r>
              <a:rPr sz="2400" spc="-10" dirty="0">
                <a:latin typeface="Calibri"/>
                <a:cs typeface="Calibri"/>
              </a:rPr>
              <a:t>g</a:t>
            </a:r>
            <a:r>
              <a:rPr sz="2400" spc="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me</a:t>
            </a:r>
            <a:r>
              <a:rPr sz="2400" spc="-5" dirty="0">
                <a:latin typeface="Calibri"/>
                <a:cs typeface="Calibri"/>
              </a:rPr>
              <a:t>nt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m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ro</a:t>
            </a:r>
            <a:r>
              <a:rPr sz="2400" spc="-5" dirty="0">
                <a:latin typeface="Calibri"/>
                <a:cs typeface="Calibri"/>
              </a:rPr>
              <a:t>ni</a:t>
            </a:r>
            <a:r>
              <a:rPr sz="2400" dirty="0">
                <a:latin typeface="Calibri"/>
                <a:cs typeface="Calibri"/>
              </a:rPr>
              <a:t>c 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rm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</a:p>
          <a:p>
            <a:pPr marL="294640" indent="-281940">
              <a:lnSpc>
                <a:spcPct val="100000"/>
              </a:lnSpc>
              <a:spcBef>
                <a:spcPts val="201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25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’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ha</a:t>
            </a:r>
            <a:r>
              <a:rPr sz="2400" dirty="0">
                <a:latin typeface="Calibri"/>
                <a:cs typeface="Calibri"/>
              </a:rPr>
              <a:t>t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isin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ing?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F931FBE-4144-4604-8EE8-94CE90B81952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9052" y="1844039"/>
            <a:ext cx="218059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st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ncy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n: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282700" y="256220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9869" y="2517139"/>
            <a:ext cx="1744980" cy="332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Capi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talizat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ali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Abb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ia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ns </a:t>
            </a:r>
            <a:endParaRPr lang="en-US" sz="24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Enum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erat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ym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ls </a:t>
            </a:r>
            <a:endParaRPr lang="en-US" sz="24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quati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ns </a:t>
            </a:r>
            <a:endParaRPr lang="en-US" sz="24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ll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700" y="292796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2700" y="329372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2700" y="365948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2700" y="402524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2700" y="439100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2700" y="475676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2700" y="512252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2700" y="5488282"/>
            <a:ext cx="1346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20" dirty="0"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3800" y="609600"/>
            <a:ext cx="197294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cha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ni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820A3B7-9479-4C77-AD50-9961850245D2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1700" y="2353310"/>
            <a:ext cx="7730490" cy="3416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Ca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3000" spc="-15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 :</a:t>
            </a:r>
            <a:endParaRPr sz="30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fi</a:t>
            </a:r>
            <a:r>
              <a:rPr sz="2400" spc="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qu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527050" marR="59055" indent="-514350">
              <a:lnSpc>
                <a:spcPct val="100000"/>
              </a:lnSpc>
            </a:pP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na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ect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p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ct,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insti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uti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ive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nus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ul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hni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f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rm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 .</a:t>
            </a:r>
            <a:endParaRPr sz="2400" dirty="0">
              <a:latin typeface="Calibri"/>
              <a:cs typeface="Calibri"/>
            </a:endParaRPr>
          </a:p>
          <a:p>
            <a:pPr marL="527050" marR="5080" indent="-51435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: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ks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ca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publ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lis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rts, art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d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sect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ns.</a:t>
            </a:r>
            <a:endParaRPr sz="2400" dirty="0">
              <a:latin typeface="Calibri"/>
              <a:cs typeface="Calibri"/>
            </a:endParaRPr>
          </a:p>
          <a:p>
            <a:pPr marL="12700" marR="227965" algn="just">
              <a:lnSpc>
                <a:spcPct val="100000"/>
              </a:lnSpc>
            </a:pP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ere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figu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s,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ha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ter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s,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sect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s,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qua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ns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ul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f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ap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alizin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g </a:t>
            </a:r>
            <a:r>
              <a:rPr sz="2400" b="1" u="sng" spc="-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ipl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400" b="1" u="sng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itl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p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u="sng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na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s. </a:t>
            </a:r>
            <a:r>
              <a:rPr sz="2400" b="1" u="sng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guid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lin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f</a:t>
            </a:r>
            <a:r>
              <a:rPr sz="2400" b="1" u="sng" spc="-1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ap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alizin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g sc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nt</a:t>
            </a:r>
            <a:r>
              <a:rPr sz="2400" b="1" u="sng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c </a:t>
            </a:r>
            <a:r>
              <a:rPr sz="2400" b="1" u="sng" spc="-15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2400" b="1" u="sng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u="sng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u="sng" spc="-5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endParaRPr sz="2400" b="1" u="sng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446972" y="531495"/>
            <a:ext cx="463994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ec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h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an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ic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 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C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ap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it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a</a:t>
            </a:r>
            <a:r>
              <a:rPr sz="3200" spc="-15" dirty="0">
                <a:solidFill>
                  <a:srgbClr val="911E06"/>
                </a:solidFill>
                <a:latin typeface="Arial"/>
                <a:cs typeface="Arial"/>
              </a:rPr>
              <a:t>l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za</a:t>
            </a:r>
            <a:r>
              <a:rPr sz="3200" spc="-20" dirty="0">
                <a:solidFill>
                  <a:srgbClr val="911E06"/>
                </a:solidFill>
                <a:latin typeface="Arial"/>
                <a:cs typeface="Arial"/>
              </a:rPr>
              <a:t>t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o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n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3E77A53-CA6F-42DF-9CF4-412CDFE6A820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06729" y="1662429"/>
            <a:ext cx="8130540" cy="3522759"/>
          </a:xfrm>
          <a:prstGeom prst="rect">
            <a:avLst/>
          </a:prstGeom>
        </p:spPr>
        <p:txBody>
          <a:bodyPr vert="horz" wrap="square" lIns="0" tIns="810260" rIns="0" bIns="0" rtlCol="0">
            <a:spAutoFit/>
          </a:bodyPr>
          <a:lstStyle/>
          <a:p>
            <a:pPr marL="966470" marR="5080" indent="-457200">
              <a:lnSpc>
                <a:spcPct val="100600"/>
              </a:lnSpc>
              <a:buFont typeface="Arial" panose="020B0604020202020204" pitchFamily="34" charset="0"/>
              <a:buChar char="•"/>
            </a:pPr>
            <a:r>
              <a:rPr spc="-5"/>
              <a:t>Ti</a:t>
            </a:r>
            <a:r>
              <a:rPr spc="-10"/>
              <a:t>t</a:t>
            </a:r>
            <a:r>
              <a:rPr spc="5"/>
              <a:t>l</a:t>
            </a:r>
            <a:r>
              <a:rPr spc="-5"/>
              <a:t>e</a:t>
            </a:r>
            <a:r>
              <a:t>s </a:t>
            </a:r>
            <a:r>
              <a:rPr spc="-10"/>
              <a:t>o</a:t>
            </a:r>
            <a:r>
              <a:t>f: </a:t>
            </a:r>
            <a:r>
              <a:rPr spc="-5"/>
              <a:t>j</a:t>
            </a:r>
            <a:r>
              <a:rPr spc="-10"/>
              <a:t>o</a:t>
            </a:r>
            <a:r>
              <a:t>u</a:t>
            </a:r>
            <a:r>
              <a:rPr spc="-5"/>
              <a:t>rn</a:t>
            </a:r>
            <a:r>
              <a:t>al</a:t>
            </a:r>
            <a:r>
              <a:rPr spc="-5"/>
              <a:t>s</a:t>
            </a:r>
            <a:r>
              <a:t>, b</a:t>
            </a:r>
            <a:r>
              <a:rPr spc="-10"/>
              <a:t>o</a:t>
            </a:r>
            <a:r>
              <a:rPr spc="-5"/>
              <a:t>o</a:t>
            </a:r>
            <a:r>
              <a:rPr spc="-10"/>
              <a:t>k</a:t>
            </a:r>
            <a:r>
              <a:rPr spc="-5"/>
              <a:t>s</a:t>
            </a:r>
            <a:r>
              <a:t>, </a:t>
            </a:r>
            <a:r>
              <a:rPr spc="-5"/>
              <a:t>n</a:t>
            </a:r>
            <a:r>
              <a:t>ew</a:t>
            </a:r>
            <a:r>
              <a:rPr spc="-15"/>
              <a:t>s</a:t>
            </a:r>
            <a:r>
              <a:rPr spc="5"/>
              <a:t>l</a:t>
            </a:r>
            <a:r>
              <a:rPr spc="-5"/>
              <a:t>e</a:t>
            </a:r>
            <a:r>
              <a:rPr spc="-10"/>
              <a:t>t</a:t>
            </a:r>
            <a:r>
              <a:t>t</a:t>
            </a:r>
            <a:r>
              <a:rPr spc="-5"/>
              <a:t>ers</a:t>
            </a:r>
            <a:r>
              <a:t>, </a:t>
            </a:r>
            <a:r>
              <a:rPr spc="-5"/>
              <a:t>m</a:t>
            </a:r>
            <a:r>
              <a:rPr spc="-10"/>
              <a:t>a</a:t>
            </a:r>
            <a:r>
              <a:rPr spc="-5"/>
              <a:t>n</a:t>
            </a:r>
            <a:r>
              <a:t>u</a:t>
            </a:r>
            <a:r>
              <a:rPr spc="-10"/>
              <a:t>a</a:t>
            </a:r>
            <a:r>
              <a:rPr spc="-5"/>
              <a:t>ls</a:t>
            </a:r>
            <a:endParaRPr lang="en-US" spc="-5"/>
          </a:p>
          <a:p>
            <a:pPr marL="966470" marR="5080" indent="-457200">
              <a:lnSpc>
                <a:spcPct val="100600"/>
              </a:lnSpc>
              <a:buFont typeface="Arial" panose="020B0604020202020204" pitchFamily="34" charset="0"/>
              <a:buChar char="•"/>
            </a:pPr>
            <a:r>
              <a:rPr spc="-5"/>
              <a:t>Le</a:t>
            </a:r>
            <a:r>
              <a:rPr spc="-10"/>
              <a:t>tt</a:t>
            </a:r>
            <a:r>
              <a:rPr spc="-5"/>
              <a:t>ers</a:t>
            </a:r>
            <a:r>
              <a:t>,</a:t>
            </a:r>
            <a:r>
              <a:rPr spc="10"/>
              <a:t> </a:t>
            </a:r>
            <a:r>
              <a:rPr spc="-10"/>
              <a:t>w</a:t>
            </a:r>
            <a:r>
              <a:rPr spc="-5"/>
              <a:t>or</a:t>
            </a:r>
            <a:r>
              <a:t>d</a:t>
            </a:r>
            <a:r>
              <a:rPr spc="-15"/>
              <a:t>s</a:t>
            </a:r>
            <a:r>
              <a:t>,</a:t>
            </a:r>
            <a:r>
              <a:rPr spc="10"/>
              <a:t> </a:t>
            </a:r>
            <a:r>
              <a:rPr spc="-10"/>
              <a:t>t</a:t>
            </a:r>
            <a:r>
              <a:rPr spc="-5"/>
              <a:t>erm</a:t>
            </a:r>
            <a:r>
              <a:t>,</a:t>
            </a:r>
            <a:r>
              <a:rPr spc="5"/>
              <a:t> </a:t>
            </a:r>
            <a:r>
              <a:rPr spc="-5"/>
              <a:t>e</a:t>
            </a:r>
            <a:r>
              <a:t>qu</a:t>
            </a:r>
            <a:r>
              <a:rPr spc="-10"/>
              <a:t>at</a:t>
            </a:r>
            <a:r>
              <a:rPr spc="-5"/>
              <a:t>io</a:t>
            </a:r>
            <a:r>
              <a:t>n</a:t>
            </a:r>
            <a:r>
              <a:rPr spc="-5"/>
              <a:t> </a:t>
            </a:r>
            <a:r>
              <a:rPr spc="5"/>
              <a:t>s</a:t>
            </a:r>
            <a:r>
              <a:rPr spc="-15"/>
              <a:t>y</a:t>
            </a:r>
            <a:r>
              <a:rPr spc="-5"/>
              <a:t>m</a:t>
            </a:r>
            <a:r>
              <a:t>b</a:t>
            </a:r>
            <a:r>
              <a:rPr spc="-10"/>
              <a:t>o</a:t>
            </a:r>
            <a:r>
              <a:rPr spc="5"/>
              <a:t>l</a:t>
            </a:r>
            <a:r>
              <a:t>s</a:t>
            </a:r>
            <a:r>
              <a:rPr spc="-5"/>
              <a:t> </a:t>
            </a:r>
            <a:r>
              <a:rPr spc="-10"/>
              <a:t>t</a:t>
            </a:r>
            <a:r>
              <a:rPr spc="-5"/>
              <a:t>h</a:t>
            </a:r>
            <a:r>
              <a:t>at</a:t>
            </a:r>
            <a:r>
              <a:rPr spc="-5"/>
              <a:t> </a:t>
            </a:r>
            <a:r>
              <a:rPr spc="-10"/>
              <a:t>a</a:t>
            </a:r>
            <a:r>
              <a:rPr spc="-5"/>
              <a:t>re</a:t>
            </a:r>
            <a:r>
              <a:rPr lang="en-US" spc="-5"/>
              <a:t> </a:t>
            </a:r>
            <a:r>
              <a:rPr spc="-5"/>
              <a:t>be</a:t>
            </a:r>
            <a:r>
              <a:rPr spc="5"/>
              <a:t>i</a:t>
            </a:r>
            <a:r>
              <a:rPr spc="-5"/>
              <a:t>n</a:t>
            </a:r>
            <a:r>
              <a:t>g</a:t>
            </a:r>
            <a:r>
              <a:rPr spc="-5"/>
              <a:t> h</a:t>
            </a:r>
            <a:r>
              <a:rPr spc="5"/>
              <a:t>i</a:t>
            </a:r>
            <a:r>
              <a:rPr spc="-5"/>
              <a:t>ghl</a:t>
            </a:r>
            <a:r>
              <a:rPr spc="5"/>
              <a:t>i</a:t>
            </a:r>
            <a:r>
              <a:rPr spc="-5"/>
              <a:t>gh</a:t>
            </a:r>
            <a:r>
              <a:rPr spc="-10"/>
              <a:t>t</a:t>
            </a:r>
            <a:r>
              <a:t>ed </a:t>
            </a:r>
            <a:r>
              <a:rPr spc="-5"/>
              <a:t>f</a:t>
            </a:r>
            <a:r>
              <a:rPr spc="-10"/>
              <a:t>o</a:t>
            </a:r>
            <a:r>
              <a:t>r d</a:t>
            </a:r>
            <a:r>
              <a:rPr spc="-5"/>
              <a:t>is</a:t>
            </a:r>
            <a:r>
              <a:t>c</a:t>
            </a:r>
            <a:r>
              <a:rPr spc="-5"/>
              <a:t>uss</a:t>
            </a:r>
            <a:r>
              <a:rPr spc="5"/>
              <a:t>i</a:t>
            </a:r>
            <a:r>
              <a:rPr spc="-10"/>
              <a:t>o</a:t>
            </a:r>
            <a:r>
              <a:t>n</a:t>
            </a:r>
            <a:endParaRPr lang="en-US"/>
          </a:p>
          <a:p>
            <a:pPr marL="966470" marR="5080" indent="-457200">
              <a:lnSpc>
                <a:spcPct val="100600"/>
              </a:lnSpc>
              <a:buFont typeface="Arial" panose="020B0604020202020204" pitchFamily="34" charset="0"/>
              <a:buChar char="•"/>
            </a:pPr>
            <a:r>
              <a:rPr spc="-35"/>
              <a:t>F</a:t>
            </a:r>
            <a:r>
              <a:rPr spc="-5"/>
              <a:t>orei</a:t>
            </a:r>
            <a:r>
              <a:rPr spc="-10"/>
              <a:t>g</a:t>
            </a:r>
            <a:r>
              <a:t>n w</a:t>
            </a:r>
            <a:r>
              <a:rPr spc="-5"/>
              <a:t>ord</a:t>
            </a:r>
            <a:r>
              <a:t>s</a:t>
            </a:r>
            <a:endParaRPr lang="en-US"/>
          </a:p>
          <a:p>
            <a:pPr marL="966470" marR="5080" indent="-457200">
              <a:lnSpc>
                <a:spcPct val="100600"/>
              </a:lnSpc>
              <a:buFont typeface="Arial" panose="020B0604020202020204" pitchFamily="34" charset="0"/>
              <a:buChar char="•"/>
            </a:pPr>
            <a:r>
              <a:t>E</a:t>
            </a:r>
            <a:r>
              <a:rPr spc="-5"/>
              <a:t>mp</a:t>
            </a:r>
            <a:r>
              <a:t>h</a:t>
            </a:r>
            <a:r>
              <a:rPr spc="-10"/>
              <a:t>a</a:t>
            </a:r>
            <a:r>
              <a:rPr spc="-5"/>
              <a:t>sis</a:t>
            </a:r>
            <a:endParaRPr lang="en-US" spc="-5"/>
          </a:p>
          <a:p>
            <a:pPr marL="966470" marR="5080" indent="-457200">
              <a:lnSpc>
                <a:spcPct val="100600"/>
              </a:lnSpc>
              <a:buFont typeface="Arial" panose="020B0604020202020204" pitchFamily="34" charset="0"/>
              <a:buChar char="•"/>
            </a:pPr>
            <a:r>
              <a:t>N</a:t>
            </a:r>
            <a:r>
              <a:rPr spc="-10"/>
              <a:t>a</a:t>
            </a:r>
            <a:r>
              <a:rPr spc="-5"/>
              <a:t>me</a:t>
            </a:r>
            <a:r>
              <a:t>s </a:t>
            </a:r>
            <a:r>
              <a:rPr spc="-10"/>
              <a:t>o</a:t>
            </a:r>
            <a:r>
              <a:t>f </a:t>
            </a:r>
            <a:r>
              <a:rPr spc="-5"/>
              <a:t>s</a:t>
            </a:r>
            <a:r>
              <a:t>p</a:t>
            </a:r>
            <a:r>
              <a:rPr spc="-5"/>
              <a:t>e</a:t>
            </a:r>
            <a:r>
              <a:rPr spc="-10"/>
              <a:t>c</a:t>
            </a:r>
            <a:r>
              <a:rPr spc="5"/>
              <a:t>i</a:t>
            </a:r>
            <a:r>
              <a:rPr spc="-5"/>
              <a:t>fi</a:t>
            </a:r>
            <a:r>
              <a:t>c</a:t>
            </a:r>
            <a:r>
              <a:rPr spc="-5"/>
              <a:t> v</a:t>
            </a:r>
            <a:r>
              <a:t>e</a:t>
            </a:r>
            <a:r>
              <a:rPr spc="-5"/>
              <a:t>ssels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936556" y="745488"/>
            <a:ext cx="323532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echa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ni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</a:t>
            </a:r>
            <a:r>
              <a:rPr sz="3200" spc="-15" dirty="0">
                <a:solidFill>
                  <a:srgbClr val="911E06"/>
                </a:solidFill>
                <a:latin typeface="Arial"/>
                <a:cs typeface="Arial"/>
              </a:rPr>
              <a:t> Ital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FFC4903A-0C99-4FD6-8161-ED3BE6C2FAE9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501" y="1943100"/>
            <a:ext cx="8470900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marR="266192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4000" spc="-35" dirty="0">
                <a:solidFill>
                  <a:srgbClr val="FFFFFF"/>
                </a:solidFill>
                <a:latin typeface="Calibri"/>
                <a:cs typeface="Calibri"/>
              </a:rPr>
              <a:t>rm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i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lang="en-US"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gr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aphics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iog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endParaRPr sz="4000" dirty="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ph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4000" dirty="0">
              <a:latin typeface="Calibri"/>
              <a:cs typeface="Calibri"/>
            </a:endParaRPr>
          </a:p>
          <a:p>
            <a:pPr marL="584200" marR="508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Standar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 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f 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eas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lang="en-US"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(d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ctiona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ex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book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424747" y="736751"/>
            <a:ext cx="464058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ec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h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an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ic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</a:t>
            </a:r>
            <a:r>
              <a:rPr sz="3200" spc="-185" dirty="0">
                <a:solidFill>
                  <a:srgbClr val="911E06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A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bb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r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v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a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tio</a:t>
            </a: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n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3329B50-89E9-4BF4-B6DA-D22444B9AB7E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3400" y="1713674"/>
            <a:ext cx="8382000" cy="430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marR="28575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Cap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ze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cr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onym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(no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pe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ods)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bu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mm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nouns</a:t>
            </a:r>
            <a:endParaRPr sz="4000" dirty="0">
              <a:latin typeface="Calibri"/>
              <a:cs typeface="Calibri"/>
            </a:endParaRPr>
          </a:p>
          <a:p>
            <a:pPr marL="584200" marR="508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t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ph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+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4000" spc="-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R)</a:t>
            </a:r>
            <a:endParaRPr sz="4000" dirty="0">
              <a:latin typeface="Calibri"/>
              <a:cs typeface="Calibri"/>
            </a:endParaRPr>
          </a:p>
          <a:p>
            <a:pPr marL="584200" marR="636905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-&gt;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l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ter</a:t>
            </a:r>
            <a:endParaRPr sz="4000" dirty="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-&gt;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451416" y="544448"/>
            <a:ext cx="39846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ech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a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n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</a:t>
            </a:r>
            <a:r>
              <a:rPr sz="3200" spc="-190" dirty="0">
                <a:solidFill>
                  <a:srgbClr val="911E06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911E06"/>
                </a:solidFill>
                <a:latin typeface="Arial"/>
                <a:cs typeface="Arial"/>
              </a:rPr>
              <a:t>A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r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on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y</a:t>
            </a: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3E5DDCA-2125-4B1D-874E-0C63736BBAB6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600" y="1792511"/>
            <a:ext cx="8915400" cy="3270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 algn="just">
              <a:lnSpc>
                <a:spcPts val="2910"/>
              </a:lnSpc>
              <a:buFont typeface="Arial" panose="020B0604020202020204" pitchFamily="34" charset="0"/>
              <a:buChar char="•"/>
            </a:pP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Ar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ab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fo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 &amp;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nu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endParaRPr sz="3200" dirty="0">
              <a:latin typeface="Calibri"/>
              <a:cs typeface="Calibri"/>
            </a:endParaRPr>
          </a:p>
          <a:p>
            <a:pPr marL="469900" marR="480059" indent="-457200" algn="just">
              <a:lnSpc>
                <a:spcPts val="276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1 –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tw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o-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f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 (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)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gi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ce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w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w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3200" dirty="0">
              <a:latin typeface="Calibri"/>
              <a:cs typeface="Calibri"/>
            </a:endParaRPr>
          </a:p>
          <a:p>
            <a:pPr marL="469900" marR="5080" indent="-457200" algn="just">
              <a:lnSpc>
                <a:spcPts val="2760"/>
              </a:lnSpc>
              <a:buFont typeface="Arial" panose="020B0604020202020204" pitchFamily="34" charset="0"/>
              <a:buChar char="•"/>
              <a:tabLst>
                <a:tab pos="5499735" algn="l"/>
              </a:tabLst>
            </a:pP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ut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th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fewe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	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rd Pr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“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e”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3200" dirty="0">
              <a:latin typeface="Calibri"/>
              <a:cs typeface="Calibri"/>
            </a:endParaRPr>
          </a:p>
          <a:p>
            <a:pPr marL="469900" marR="1550035" indent="-457200" algn="just">
              <a:lnSpc>
                <a:spcPts val="2760"/>
              </a:lnSpc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im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p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ges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res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n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 N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erce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  <a:p>
            <a:pPr marL="469900" marR="1076325" indent="-457200" algn="just">
              <a:lnSpc>
                <a:spcPts val="2760"/>
              </a:lnSpc>
              <a:buFont typeface="Arial" panose="020B0604020202020204" pitchFamily="34" charset="0"/>
              <a:buChar char="•"/>
            </a:pP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Bri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Americ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 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 &amp;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 N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ec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ic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ose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057400" y="878205"/>
            <a:ext cx="461327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6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600" spc="-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600" spc="5" dirty="0">
                <a:solidFill>
                  <a:srgbClr val="911E06"/>
                </a:solidFill>
                <a:latin typeface="Arial"/>
                <a:cs typeface="Arial"/>
              </a:rPr>
              <a:t>cha</a:t>
            </a:r>
            <a:r>
              <a:rPr sz="3600" spc="-5" dirty="0">
                <a:solidFill>
                  <a:srgbClr val="911E06"/>
                </a:solidFill>
                <a:latin typeface="Arial"/>
                <a:cs typeface="Arial"/>
              </a:rPr>
              <a:t>ni</a:t>
            </a:r>
            <a:r>
              <a:rPr sz="3600" spc="5" dirty="0">
                <a:solidFill>
                  <a:srgbClr val="911E06"/>
                </a:solidFill>
                <a:latin typeface="Arial"/>
                <a:cs typeface="Arial"/>
              </a:rPr>
              <a:t>cs</a:t>
            </a:r>
            <a:r>
              <a:rPr sz="3600" spc="-10" dirty="0">
                <a:solidFill>
                  <a:srgbClr val="911E06"/>
                </a:solidFill>
                <a:latin typeface="Arial"/>
                <a:cs typeface="Arial"/>
              </a:rPr>
              <a:t>: </a:t>
            </a:r>
            <a:r>
              <a:rPr sz="3600" spc="-5" dirty="0">
                <a:solidFill>
                  <a:srgbClr val="911E06"/>
                </a:solidFill>
                <a:latin typeface="Arial"/>
                <a:cs typeface="Arial"/>
              </a:rPr>
              <a:t>N</a:t>
            </a:r>
            <a:r>
              <a:rPr sz="3600" spc="5" dirty="0">
                <a:solidFill>
                  <a:srgbClr val="911E06"/>
                </a:solidFill>
                <a:latin typeface="Arial"/>
                <a:cs typeface="Arial"/>
              </a:rPr>
              <a:t>u</a:t>
            </a:r>
            <a:r>
              <a:rPr sz="3600" spc="2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600" spc="5" dirty="0">
                <a:solidFill>
                  <a:srgbClr val="911E06"/>
                </a:solidFill>
                <a:latin typeface="Arial"/>
                <a:cs typeface="Arial"/>
              </a:rPr>
              <a:t>b</a:t>
            </a:r>
            <a:r>
              <a:rPr sz="3600" spc="-5" dirty="0">
                <a:solidFill>
                  <a:srgbClr val="911E06"/>
                </a:solidFill>
                <a:latin typeface="Arial"/>
                <a:cs typeface="Arial"/>
              </a:rPr>
              <a:t>ers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58308B33-049E-4D41-AB24-BBD23CEE18C8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601" y="1277620"/>
            <a:ext cx="8915400" cy="4408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er-s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nu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3650" dirty="0">
              <a:latin typeface="Calibri"/>
              <a:cs typeface="Calibri"/>
            </a:endParaRPr>
          </a:p>
          <a:p>
            <a:pPr marL="12700" marR="5921375">
              <a:spcBef>
                <a:spcPts val="10"/>
              </a:spcBef>
            </a:pP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5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l 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50" spc="-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em 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ric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l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tem</a:t>
            </a:r>
            <a:endParaRPr sz="1650" dirty="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spc="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io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3650" dirty="0">
              <a:latin typeface="Calibri"/>
              <a:cs typeface="Calibri"/>
            </a:endParaRPr>
          </a:p>
          <a:p>
            <a:pPr marL="12700" marR="4114800">
              <a:lnSpc>
                <a:spcPct val="100000"/>
              </a:lnSpc>
              <a:spcBef>
                <a:spcPts val="10"/>
              </a:spcBef>
            </a:pP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Fr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 m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6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owe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cas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rals 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6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tt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65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ra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ral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(1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650" dirty="0">
              <a:latin typeface="Calibri"/>
              <a:cs typeface="Calibri"/>
            </a:endParaRPr>
          </a:p>
          <a:p>
            <a:pPr marL="584200" marR="2280920" indent="-571500">
              <a:lnSpc>
                <a:spcPct val="100699"/>
              </a:lnSpc>
              <a:buFont typeface="Arial" panose="020B0604020202020204" pitchFamily="34" charset="0"/>
              <a:buChar char="•"/>
            </a:pP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Ta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gu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res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 s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3650" spc="-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qu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ll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3650" dirty="0">
              <a:latin typeface="Calibri"/>
              <a:cs typeface="Calibri"/>
            </a:endParaRPr>
          </a:p>
          <a:p>
            <a:pPr marL="584200" marR="5080" indent="-571500">
              <a:lnSpc>
                <a:spcPct val="100699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3650" spc="-4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 e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ndn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 r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ce 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s: 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f.</a:t>
            </a:r>
            <a:r>
              <a:rPr sz="36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ce</a:t>
            </a:r>
            <a:r>
              <a:rPr sz="36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st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r>
              <a:rPr sz="36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6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650" spc="-5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endParaRPr sz="36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667000" y="651510"/>
            <a:ext cx="450596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cha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ni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</a:t>
            </a:r>
            <a:r>
              <a:rPr sz="3200" spc="-15" dirty="0">
                <a:solidFill>
                  <a:srgbClr val="911E06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nu</a:t>
            </a:r>
            <a:r>
              <a:rPr sz="3200" spc="2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er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a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tion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785753DD-99A7-4A94-80DD-AD9BD2B0523A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5500" y="2557827"/>
            <a:ext cx="7722234" cy="233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0" marR="5080" indent="-514350">
              <a:lnSpc>
                <a:spcPct val="100000"/>
              </a:lnSpc>
              <a:buClr>
                <a:srgbClr val="FFFFFF"/>
              </a:buClr>
              <a:buFont typeface="Wingdings 2"/>
              <a:buChar char=""/>
              <a:tabLst>
                <a:tab pos="527050" algn="l"/>
              </a:tabLst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Sy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bo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ch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ant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guide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ex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tbo</a:t>
            </a:r>
            <a:r>
              <a:rPr sz="4000" spc="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3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r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handbook</a:t>
            </a:r>
            <a:endParaRPr sz="4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US" sz="18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us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a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g.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: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pp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895600" y="999172"/>
            <a:ext cx="375983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c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han</a:t>
            </a:r>
            <a:r>
              <a:rPr sz="3200" spc="-15" dirty="0">
                <a:solidFill>
                  <a:srgbClr val="911E06"/>
                </a:solidFill>
                <a:latin typeface="Arial"/>
                <a:cs typeface="Arial"/>
              </a:rPr>
              <a:t>i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cs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 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Sy</a:t>
            </a:r>
            <a:r>
              <a:rPr sz="3200" spc="25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b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ols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3744313-CA46-43F6-89CA-0D86279B11F4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912936"/>
            <a:ext cx="8458200" cy="1037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0" marR="5080" indent="-457200">
              <a:lnSpc>
                <a:spcPct val="79800"/>
              </a:lnSpc>
              <a:buFont typeface="Arial" panose="020B0604020202020204" pitchFamily="34" charset="0"/>
              <a:buChar char="•"/>
            </a:pP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ie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st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l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wi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equ</a:t>
            </a:r>
            <a:r>
              <a:rPr sz="2800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ber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800" dirty="0">
              <a:latin typeface="Calibri"/>
              <a:cs typeface="Calibri"/>
            </a:endParaRPr>
          </a:p>
          <a:p>
            <a:pPr marL="1384300" lvl="2" indent="-457200">
              <a:lnSpc>
                <a:spcPts val="2355"/>
              </a:lnSpc>
              <a:buClr>
                <a:srgbClr val="FFFFFF"/>
              </a:buClr>
              <a:buFont typeface="Calibri"/>
              <a:buChar char="-"/>
              <a:tabLst>
                <a:tab pos="469900" algn="l"/>
              </a:tabLst>
            </a:pP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ve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l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ne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1384300" lvl="2" indent="-457200">
              <a:lnSpc>
                <a:spcPts val="3025"/>
              </a:lnSpc>
              <a:buClr>
                <a:srgbClr val="FFFFFF"/>
              </a:buClr>
              <a:buFont typeface="Calibri"/>
              <a:buChar char="-"/>
              <a:tabLst>
                <a:tab pos="469900" algn="l"/>
              </a:tabLst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Bre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ak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00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 o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9400" y="990600"/>
            <a:ext cx="400812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ec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h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an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ic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 </a:t>
            </a:r>
            <a:r>
              <a:rPr sz="3200" spc="-2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q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u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a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tio</a:t>
            </a: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n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BDA1111-F487-4B09-A5E1-CBB43E5A3B5D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80"/>
            <a:ext cx="9144000" cy="685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637" y="1767855"/>
            <a:ext cx="8920163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marR="16129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Pr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oo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docu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lli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4000" dirty="0">
              <a:latin typeface="Calibri"/>
              <a:cs typeface="Calibri"/>
            </a:endParaRPr>
          </a:p>
          <a:p>
            <a:pPr marL="584200" marR="508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cons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spel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f 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wor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ds (s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ona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y)</a:t>
            </a:r>
            <a:endParaRPr sz="4000" dirty="0">
              <a:latin typeface="Calibri"/>
              <a:cs typeface="Calibri"/>
            </a:endParaRPr>
          </a:p>
          <a:p>
            <a:pPr marL="584200" marR="1043305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ll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40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ica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n &amp;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Br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iti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h E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49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895600" y="381000"/>
            <a:ext cx="364553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10" dirty="0">
                <a:solidFill>
                  <a:srgbClr val="911E06"/>
                </a:solidFill>
                <a:latin typeface="Arial"/>
                <a:cs typeface="Arial"/>
              </a:rPr>
              <a:t>M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dirty="0">
                <a:solidFill>
                  <a:srgbClr val="911E06"/>
                </a:solidFill>
                <a:latin typeface="Arial"/>
                <a:cs typeface="Arial"/>
              </a:rPr>
              <a:t>c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han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ic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r>
              <a:rPr sz="3200" spc="-10" dirty="0">
                <a:solidFill>
                  <a:srgbClr val="911E06"/>
                </a:solidFill>
                <a:latin typeface="Arial"/>
                <a:cs typeface="Arial"/>
              </a:rPr>
              <a:t>: </a:t>
            </a:r>
            <a:r>
              <a:rPr sz="3200" spc="-25" dirty="0">
                <a:solidFill>
                  <a:srgbClr val="911E06"/>
                </a:solidFill>
                <a:latin typeface="Arial"/>
                <a:cs typeface="Arial"/>
              </a:rPr>
              <a:t>S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p</a:t>
            </a:r>
            <a:r>
              <a:rPr sz="3200" spc="5" dirty="0">
                <a:solidFill>
                  <a:srgbClr val="911E06"/>
                </a:solidFill>
                <a:latin typeface="Arial"/>
                <a:cs typeface="Arial"/>
              </a:rPr>
              <a:t>e</a:t>
            </a:r>
            <a:r>
              <a:rPr sz="3200" spc="-5" dirty="0">
                <a:solidFill>
                  <a:srgbClr val="911E06"/>
                </a:solidFill>
                <a:latin typeface="Arial"/>
                <a:cs typeface="Arial"/>
              </a:rPr>
              <a:t>lling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9415C6B0-C756-4188-A969-358BE954FFF6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26210"/>
            <a:ext cx="9144000" cy="543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4130">
              <a:lnSpc>
                <a:spcPct val="100000"/>
              </a:lnSpc>
            </a:pP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©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 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70" dirty="0">
                <a:solidFill>
                  <a:srgbClr val="000066"/>
                </a:solidFill>
                <a:latin typeface="Arial Narrow"/>
                <a:cs typeface="Arial Narrow"/>
              </a:rPr>
              <a:t>T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hn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l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g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y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&amp;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ive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r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ity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o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f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S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i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e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s 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- </a:t>
            </a:r>
            <a:r>
              <a:rPr sz="1000" b="1" spc="-20" dirty="0">
                <a:solidFill>
                  <a:srgbClr val="000066"/>
                </a:solidFill>
                <a:latin typeface="Arial Narrow"/>
                <a:cs typeface="Arial Narrow"/>
              </a:rPr>
              <a:t>V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N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U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5" dirty="0">
                <a:solidFill>
                  <a:srgbClr val="000066"/>
                </a:solidFill>
                <a:latin typeface="Arial Narrow"/>
                <a:cs typeface="Arial Narrow"/>
              </a:rPr>
              <a:t>H</a:t>
            </a:r>
            <a:r>
              <a:rPr sz="1000" b="1" spc="-25" dirty="0">
                <a:solidFill>
                  <a:srgbClr val="000066"/>
                </a:solidFill>
                <a:latin typeface="Arial Narrow"/>
                <a:cs typeface="Arial Narrow"/>
              </a:rPr>
              <a:t>C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M</a:t>
            </a:r>
            <a:r>
              <a:rPr sz="1000" b="1" spc="5" dirty="0">
                <a:solidFill>
                  <a:srgbClr val="000066"/>
                </a:solidFill>
                <a:latin typeface="Arial Narrow"/>
                <a:cs typeface="Arial Narrow"/>
              </a:rPr>
              <a:t> 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(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2</a:t>
            </a:r>
            <a:r>
              <a:rPr sz="1000" b="1" spc="-10" dirty="0">
                <a:solidFill>
                  <a:srgbClr val="000066"/>
                </a:solidFill>
                <a:latin typeface="Arial Narrow"/>
                <a:cs typeface="Arial Narrow"/>
              </a:rPr>
              <a:t>0</a:t>
            </a:r>
            <a:r>
              <a:rPr sz="1000" b="1" dirty="0">
                <a:solidFill>
                  <a:srgbClr val="000066"/>
                </a:solidFill>
                <a:latin typeface="Arial Narrow"/>
                <a:cs typeface="Arial Narrow"/>
              </a:rPr>
              <a:t>08</a:t>
            </a:r>
            <a:r>
              <a:rPr sz="1000" b="1" spc="-5" dirty="0">
                <a:solidFill>
                  <a:srgbClr val="000066"/>
                </a:solidFill>
                <a:latin typeface="Arial Narrow"/>
                <a:cs typeface="Arial Narrow"/>
              </a:rPr>
              <a:t>)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06830"/>
            <a:ext cx="9144000" cy="554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8519" y="209550"/>
            <a:ext cx="7426960" cy="922047"/>
          </a:xfrm>
          <a:prstGeom prst="rect">
            <a:avLst/>
          </a:prstGeom>
        </p:spPr>
        <p:txBody>
          <a:bodyPr vert="horz" wrap="square" lIns="0" tIns="30353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10"/>
              <a:t>In </a:t>
            </a:r>
            <a:r>
              <a:rPr b="1" spc="-30"/>
              <a:t>th</a:t>
            </a:r>
            <a:r>
              <a:rPr b="1" spc="-20"/>
              <a:t>e</a:t>
            </a:r>
            <a:r>
              <a:rPr b="1"/>
              <a:t> </a:t>
            </a:r>
            <a:r>
              <a:rPr b="1" spc="-5"/>
              <a:t>en</a:t>
            </a:r>
            <a:r>
              <a:rPr b="1"/>
              <a:t>d</a:t>
            </a:r>
            <a:r>
              <a:rPr b="1" spc="-5"/>
              <a:t> </a:t>
            </a:r>
            <a:r>
              <a:rPr b="1"/>
              <a:t>…</a:t>
            </a:r>
            <a:endParaRPr b="1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mtClean="0"/>
              <a:t>50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58519" y="1905909"/>
            <a:ext cx="7425055" cy="4447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buFont typeface="Trebuchet MS"/>
              <a:buChar char="•"/>
              <a:tabLst>
                <a:tab pos="294640" algn="l"/>
              </a:tabLst>
            </a:pPr>
            <a:r>
              <a:rPr lang="vi-VN" sz="2400" spc="-15" dirty="0">
                <a:latin typeface="Calibri"/>
                <a:cs typeface="Calibri"/>
              </a:rPr>
              <a:t>Doing your thesis</a:t>
            </a:r>
            <a:r>
              <a:rPr sz="2400" spc="-5" dirty="0">
                <a:latin typeface="Calibri"/>
                <a:cs typeface="Calibri"/>
              </a:rPr>
              <a:t> 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cat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l!</a:t>
            </a:r>
            <a:endParaRPr sz="2400" dirty="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25" dirty="0">
                <a:latin typeface="Calibri"/>
                <a:cs typeface="Calibri"/>
              </a:rPr>
              <a:t>U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rain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gi</a:t>
            </a:r>
            <a:r>
              <a:rPr sz="2400" spc="1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15" dirty="0">
                <a:latin typeface="Calibri"/>
                <a:cs typeface="Calibri"/>
              </a:rPr>
              <a:t>te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ssibl</a:t>
            </a:r>
            <a:r>
              <a:rPr sz="2400" dirty="0">
                <a:latin typeface="Calibri"/>
                <a:cs typeface="Calibri"/>
              </a:rPr>
              <a:t>e.</a:t>
            </a:r>
          </a:p>
          <a:p>
            <a:pPr marL="294640" indent="-281940">
              <a:lnSpc>
                <a:spcPct val="100000"/>
              </a:lnSpc>
              <a:spcBef>
                <a:spcPts val="2000"/>
              </a:spcBef>
              <a:buFont typeface="Trebuchet MS"/>
              <a:buChar char="•"/>
              <a:tabLst>
                <a:tab pos="294640" algn="l"/>
              </a:tabLst>
            </a:pPr>
            <a:r>
              <a:rPr sz="2400" spc="-1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ig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5" dirty="0">
                <a:latin typeface="Calibri"/>
                <a:cs typeface="Calibri"/>
              </a:rPr>
              <a:t> 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ee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 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ste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294640" marR="177800" indent="-281940">
              <a:lnSpc>
                <a:spcPct val="100000"/>
              </a:lnSpc>
              <a:spcBef>
                <a:spcPts val="2000"/>
              </a:spcBef>
            </a:pPr>
            <a:r>
              <a:rPr sz="2400" b="1" spc="-15" dirty="0">
                <a:latin typeface="Calibri"/>
                <a:cs typeface="Calibri"/>
              </a:rPr>
              <a:t>«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h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di</a:t>
            </a:r>
            <a:r>
              <a:rPr sz="1800" b="1" i="1" spc="-10" dirty="0">
                <a:latin typeface="Calibri"/>
                <a:cs typeface="Calibri"/>
              </a:rPr>
              <a:t>f</a:t>
            </a:r>
            <a:r>
              <a:rPr sz="1800" b="1" i="1" spc="-5" dirty="0">
                <a:latin typeface="Calibri"/>
                <a:cs typeface="Calibri"/>
              </a:rPr>
              <a:t>f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5" dirty="0">
                <a:latin typeface="Calibri"/>
                <a:cs typeface="Calibri"/>
              </a:rPr>
              <a:t>r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5" dirty="0">
                <a:latin typeface="Calibri"/>
                <a:cs typeface="Calibri"/>
              </a:rPr>
              <a:t>nc</a:t>
            </a:r>
            <a:r>
              <a:rPr sz="1800" b="1" i="1" dirty="0">
                <a:latin typeface="Calibri"/>
                <a:cs typeface="Calibri"/>
              </a:rPr>
              <a:t>e </a:t>
            </a:r>
            <a:r>
              <a:rPr sz="1800" b="1" i="1" spc="-5" dirty="0">
                <a:latin typeface="Calibri"/>
                <a:cs typeface="Calibri"/>
              </a:rPr>
              <a:t>b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15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w</a:t>
            </a:r>
            <a:r>
              <a:rPr sz="1800" b="1" i="1" dirty="0">
                <a:latin typeface="Calibri"/>
                <a:cs typeface="Calibri"/>
              </a:rPr>
              <a:t>een </a:t>
            </a:r>
            <a:r>
              <a:rPr sz="1800" b="1" i="1" spc="-10" dirty="0">
                <a:latin typeface="Calibri"/>
                <a:cs typeface="Calibri"/>
              </a:rPr>
              <a:t>a </a:t>
            </a:r>
            <a:r>
              <a:rPr sz="1800" b="1" i="1" spc="-15" dirty="0">
                <a:latin typeface="Calibri"/>
                <a:cs typeface="Calibri"/>
              </a:rPr>
              <a:t>t</a:t>
            </a:r>
            <a:r>
              <a:rPr sz="1800" b="1" i="1" spc="5" dirty="0">
                <a:latin typeface="Calibri"/>
                <a:cs typeface="Calibri"/>
              </a:rPr>
              <a:t>r</a:t>
            </a:r>
            <a:r>
              <a:rPr sz="1800" b="1" i="1" spc="-10" dirty="0">
                <a:latin typeface="Calibri"/>
                <a:cs typeface="Calibri"/>
              </a:rPr>
              <a:t>i</a:t>
            </a:r>
            <a:r>
              <a:rPr sz="1800" b="1" i="1" dirty="0">
                <a:latin typeface="Calibri"/>
                <a:cs typeface="Calibri"/>
              </a:rPr>
              <a:t>v</a:t>
            </a:r>
            <a:r>
              <a:rPr sz="1800" b="1" i="1" spc="-15" dirty="0">
                <a:latin typeface="Calibri"/>
                <a:cs typeface="Calibri"/>
              </a:rPr>
              <a:t>ia</a:t>
            </a:r>
            <a:r>
              <a:rPr sz="1800" b="1" i="1" spc="-5" dirty="0">
                <a:latin typeface="Calibri"/>
                <a:cs typeface="Calibri"/>
              </a:rPr>
              <a:t>l </a:t>
            </a:r>
            <a:r>
              <a:rPr sz="1800" b="1" i="1" spc="-15" dirty="0">
                <a:latin typeface="Calibri"/>
                <a:cs typeface="Calibri"/>
              </a:rPr>
              <a:t>pr</a:t>
            </a:r>
            <a:r>
              <a:rPr sz="1800" b="1" i="1" spc="-5" dirty="0">
                <a:latin typeface="Calibri"/>
                <a:cs typeface="Calibri"/>
              </a:rPr>
              <a:t>oj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15" dirty="0">
                <a:latin typeface="Calibri"/>
                <a:cs typeface="Calibri"/>
              </a:rPr>
              <a:t>c</a:t>
            </a:r>
            <a:r>
              <a:rPr sz="1800" b="1" i="1" spc="-10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 an</a:t>
            </a:r>
            <a:r>
              <a:rPr sz="1800" b="1" i="1" dirty="0">
                <a:latin typeface="Calibri"/>
                <a:cs typeface="Calibri"/>
              </a:rPr>
              <a:t>d</a:t>
            </a:r>
            <a:r>
              <a:rPr sz="1800" b="1" i="1" spc="-10" dirty="0">
                <a:latin typeface="Calibri"/>
                <a:cs typeface="Calibri"/>
              </a:rPr>
              <a:t> a</a:t>
            </a:r>
            <a:r>
              <a:rPr sz="1800" b="1" i="1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s</a:t>
            </a:r>
            <a:r>
              <a:rPr sz="1800" b="1" i="1" spc="-15" dirty="0">
                <a:latin typeface="Calibri"/>
                <a:cs typeface="Calibri"/>
              </a:rPr>
              <a:t>igni</a:t>
            </a:r>
            <a:r>
              <a:rPr sz="1800" b="1" i="1" spc="-5" dirty="0">
                <a:latin typeface="Calibri"/>
                <a:cs typeface="Calibri"/>
              </a:rPr>
              <a:t>fi</a:t>
            </a:r>
            <a:r>
              <a:rPr sz="1800" b="1" i="1" spc="-15" dirty="0">
                <a:latin typeface="Calibri"/>
                <a:cs typeface="Calibri"/>
              </a:rPr>
              <a:t>can</a:t>
            </a:r>
            <a:r>
              <a:rPr sz="1800" b="1" i="1" spc="-10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pr</a:t>
            </a:r>
            <a:r>
              <a:rPr sz="1800" b="1" i="1" spc="-5" dirty="0">
                <a:latin typeface="Calibri"/>
                <a:cs typeface="Calibri"/>
              </a:rPr>
              <a:t>oj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15" dirty="0">
                <a:latin typeface="Calibri"/>
                <a:cs typeface="Calibri"/>
              </a:rPr>
              <a:t>c</a:t>
            </a:r>
            <a:r>
              <a:rPr sz="1800" b="1" i="1" spc="-10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is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no</a:t>
            </a:r>
            <a:r>
              <a:rPr sz="1800" b="1" i="1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he </a:t>
            </a:r>
            <a:r>
              <a:rPr sz="1800" b="1" i="1" spc="-15" dirty="0">
                <a:latin typeface="Calibri"/>
                <a:cs typeface="Calibri"/>
              </a:rPr>
              <a:t>am</a:t>
            </a:r>
            <a:r>
              <a:rPr sz="1800" b="1" i="1" spc="-5" dirty="0">
                <a:latin typeface="Calibri"/>
                <a:cs typeface="Calibri"/>
              </a:rPr>
              <a:t>oun</a:t>
            </a:r>
            <a:r>
              <a:rPr sz="1800" b="1" i="1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o</a:t>
            </a:r>
            <a:r>
              <a:rPr sz="1800" b="1" i="1" dirty="0">
                <a:latin typeface="Calibri"/>
                <a:cs typeface="Calibri"/>
              </a:rPr>
              <a:t>f </a:t>
            </a:r>
            <a:r>
              <a:rPr sz="1800" b="1" i="1" spc="-5" dirty="0">
                <a:latin typeface="Calibri"/>
                <a:cs typeface="Calibri"/>
              </a:rPr>
              <a:t>wo</a:t>
            </a:r>
            <a:r>
              <a:rPr sz="1800" b="1" i="1" spc="5" dirty="0">
                <a:latin typeface="Calibri"/>
                <a:cs typeface="Calibri"/>
              </a:rPr>
              <a:t>r</a:t>
            </a:r>
            <a:r>
              <a:rPr sz="1800" b="1" i="1" spc="-10" dirty="0">
                <a:latin typeface="Calibri"/>
                <a:cs typeface="Calibri"/>
              </a:rPr>
              <a:t>k</a:t>
            </a:r>
            <a:r>
              <a:rPr sz="1800" b="1" i="1" spc="-5" dirty="0">
                <a:latin typeface="Calibri"/>
                <a:cs typeface="Calibri"/>
              </a:rPr>
              <a:t> r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15" dirty="0">
                <a:latin typeface="Calibri"/>
                <a:cs typeface="Calibri"/>
              </a:rPr>
              <a:t>qui</a:t>
            </a:r>
            <a:r>
              <a:rPr sz="1800" b="1" i="1" spc="5" dirty="0">
                <a:latin typeface="Calibri"/>
                <a:cs typeface="Calibri"/>
              </a:rPr>
              <a:t>r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10" dirty="0">
                <a:latin typeface="Calibri"/>
                <a:cs typeface="Calibri"/>
              </a:rPr>
              <a:t>d t</a:t>
            </a:r>
            <a:r>
              <a:rPr sz="1800" b="1" i="1" dirty="0">
                <a:latin typeface="Calibri"/>
                <a:cs typeface="Calibri"/>
              </a:rPr>
              <a:t>o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c</a:t>
            </a:r>
            <a:r>
              <a:rPr sz="1800" b="1" i="1" spc="-15" dirty="0">
                <a:latin typeface="Calibri"/>
                <a:cs typeface="Calibri"/>
              </a:rPr>
              <a:t>ar</a:t>
            </a:r>
            <a:r>
              <a:rPr sz="1800" b="1" i="1" spc="5" dirty="0">
                <a:latin typeface="Calibri"/>
                <a:cs typeface="Calibri"/>
              </a:rPr>
              <a:t>r</a:t>
            </a:r>
            <a:r>
              <a:rPr sz="1800" b="1" i="1" dirty="0">
                <a:latin typeface="Calibri"/>
                <a:cs typeface="Calibri"/>
              </a:rPr>
              <a:t>y </a:t>
            </a:r>
            <a:r>
              <a:rPr sz="1800" b="1" i="1" spc="-10" dirty="0">
                <a:latin typeface="Calibri"/>
                <a:cs typeface="Calibri"/>
              </a:rPr>
              <a:t>it</a:t>
            </a:r>
            <a:r>
              <a:rPr sz="1800" b="1" i="1" spc="-5" dirty="0">
                <a:latin typeface="Calibri"/>
                <a:cs typeface="Calibri"/>
              </a:rPr>
              <a:t> out,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b</a:t>
            </a:r>
            <a:r>
              <a:rPr sz="1800" b="1" i="1" spc="-10" dirty="0">
                <a:latin typeface="Calibri"/>
                <a:cs typeface="Calibri"/>
              </a:rPr>
              <a:t>ut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h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am</a:t>
            </a:r>
            <a:r>
              <a:rPr sz="1800" b="1" i="1" spc="-5" dirty="0">
                <a:latin typeface="Calibri"/>
                <a:cs typeface="Calibri"/>
              </a:rPr>
              <a:t>oun</a:t>
            </a:r>
            <a:r>
              <a:rPr sz="1800" b="1" i="1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 o</a:t>
            </a:r>
            <a:r>
              <a:rPr sz="1800" b="1" i="1" dirty="0">
                <a:latin typeface="Calibri"/>
                <a:cs typeface="Calibri"/>
              </a:rPr>
              <a:t>f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hou</a:t>
            </a:r>
            <a:r>
              <a:rPr sz="1800" b="1" i="1" spc="-15" dirty="0">
                <a:latin typeface="Calibri"/>
                <a:cs typeface="Calibri"/>
              </a:rPr>
              <a:t>g</a:t>
            </a:r>
            <a:r>
              <a:rPr sz="1800" b="1" i="1" spc="-5" dirty="0">
                <a:latin typeface="Calibri"/>
                <a:cs typeface="Calibri"/>
              </a:rPr>
              <a:t>h</a:t>
            </a:r>
            <a:r>
              <a:rPr sz="1800" b="1" i="1" dirty="0">
                <a:latin typeface="Calibri"/>
                <a:cs typeface="Calibri"/>
              </a:rPr>
              <a:t>t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that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10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o</a:t>
            </a:r>
            <a:r>
              <a:rPr sz="1800" b="1" i="1" dirty="0">
                <a:latin typeface="Calibri"/>
                <a:cs typeface="Calibri"/>
              </a:rPr>
              <a:t>u </a:t>
            </a:r>
            <a:r>
              <a:rPr sz="1800" b="1" i="1" spc="-15" dirty="0">
                <a:latin typeface="Calibri"/>
                <a:cs typeface="Calibri"/>
              </a:rPr>
              <a:t>a</a:t>
            </a:r>
            <a:r>
              <a:rPr sz="1800" b="1" i="1" spc="-25" dirty="0">
                <a:latin typeface="Calibri"/>
                <a:cs typeface="Calibri"/>
              </a:rPr>
              <a:t>p</a:t>
            </a:r>
            <a:r>
              <a:rPr sz="1800" b="1" i="1" spc="-15" dirty="0">
                <a:latin typeface="Calibri"/>
                <a:cs typeface="Calibri"/>
              </a:rPr>
              <a:t>p</a:t>
            </a:r>
            <a:r>
              <a:rPr sz="1800" b="1" i="1" dirty="0">
                <a:latin typeface="Calibri"/>
                <a:cs typeface="Calibri"/>
              </a:rPr>
              <a:t>ly </a:t>
            </a:r>
            <a:r>
              <a:rPr sz="1800" b="1" i="1" spc="-10" dirty="0">
                <a:latin typeface="Calibri"/>
                <a:cs typeface="Calibri"/>
              </a:rPr>
              <a:t>i</a:t>
            </a:r>
            <a:r>
              <a:rPr sz="1800" b="1" i="1" dirty="0">
                <a:latin typeface="Calibri"/>
                <a:cs typeface="Calibri"/>
              </a:rPr>
              <a:t>n </a:t>
            </a:r>
            <a:r>
              <a:rPr sz="1800" b="1" i="1" spc="-15" dirty="0">
                <a:latin typeface="Calibri"/>
                <a:cs typeface="Calibri"/>
              </a:rPr>
              <a:t>t</a:t>
            </a:r>
            <a:r>
              <a:rPr sz="1800" b="1" i="1" spc="-5" dirty="0">
                <a:latin typeface="Calibri"/>
                <a:cs typeface="Calibri"/>
              </a:rPr>
              <a:t>h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s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10" dirty="0">
                <a:latin typeface="Calibri"/>
                <a:cs typeface="Calibri"/>
              </a:rPr>
              <a:t>l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5" dirty="0">
                <a:latin typeface="Calibri"/>
                <a:cs typeface="Calibri"/>
              </a:rPr>
              <a:t>c</a:t>
            </a:r>
            <a:r>
              <a:rPr sz="1800" b="1" i="1" spc="-15" dirty="0">
                <a:latin typeface="Calibri"/>
                <a:cs typeface="Calibri"/>
              </a:rPr>
              <a:t>ti</a:t>
            </a:r>
            <a:r>
              <a:rPr sz="1800" b="1" i="1" spc="-5" dirty="0">
                <a:latin typeface="Calibri"/>
                <a:cs typeface="Calibri"/>
              </a:rPr>
              <a:t>o</a:t>
            </a:r>
            <a:r>
              <a:rPr sz="1800" b="1" i="1" dirty="0">
                <a:latin typeface="Calibri"/>
                <a:cs typeface="Calibri"/>
              </a:rPr>
              <a:t>n </a:t>
            </a:r>
            <a:r>
              <a:rPr sz="1800" b="1" i="1" spc="-5" dirty="0">
                <a:latin typeface="Calibri"/>
                <a:cs typeface="Calibri"/>
              </a:rPr>
              <a:t>a</a:t>
            </a:r>
            <a:r>
              <a:rPr sz="1800" b="1" i="1" spc="-10" dirty="0">
                <a:latin typeface="Calibri"/>
                <a:cs typeface="Calibri"/>
              </a:rPr>
              <a:t>nd</a:t>
            </a:r>
            <a:r>
              <a:rPr sz="1800" b="1" i="1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defi</a:t>
            </a:r>
            <a:r>
              <a:rPr sz="1800" b="1" i="1" spc="-15" dirty="0">
                <a:latin typeface="Calibri"/>
                <a:cs typeface="Calibri"/>
              </a:rPr>
              <a:t>n</a:t>
            </a:r>
            <a:r>
              <a:rPr sz="1800" b="1" i="1" dirty="0">
                <a:latin typeface="Calibri"/>
                <a:cs typeface="Calibri"/>
              </a:rPr>
              <a:t>i</a:t>
            </a:r>
            <a:r>
              <a:rPr sz="1800" b="1" i="1" spc="-15" dirty="0">
                <a:latin typeface="Calibri"/>
                <a:cs typeface="Calibri"/>
              </a:rPr>
              <a:t>ti</a:t>
            </a:r>
            <a:r>
              <a:rPr sz="1800" b="1" i="1" spc="-5" dirty="0">
                <a:latin typeface="Calibri"/>
                <a:cs typeface="Calibri"/>
              </a:rPr>
              <a:t>o</a:t>
            </a:r>
            <a:r>
              <a:rPr sz="1800" b="1" i="1" dirty="0">
                <a:latin typeface="Calibri"/>
                <a:cs typeface="Calibri"/>
              </a:rPr>
              <a:t>n </a:t>
            </a:r>
            <a:r>
              <a:rPr sz="1800" b="1" i="1" spc="-5" dirty="0">
                <a:latin typeface="Calibri"/>
                <a:cs typeface="Calibri"/>
              </a:rPr>
              <a:t>o</a:t>
            </a:r>
            <a:r>
              <a:rPr sz="1800" b="1" i="1" dirty="0">
                <a:latin typeface="Calibri"/>
                <a:cs typeface="Calibri"/>
              </a:rPr>
              <a:t>f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5" dirty="0">
                <a:latin typeface="Calibri"/>
                <a:cs typeface="Calibri"/>
              </a:rPr>
              <a:t>o</a:t>
            </a:r>
            <a:r>
              <a:rPr sz="1800" b="1" i="1" spc="-10" dirty="0">
                <a:latin typeface="Calibri"/>
                <a:cs typeface="Calibri"/>
              </a:rPr>
              <a:t>u</a:t>
            </a:r>
            <a:r>
              <a:rPr sz="1800" b="1" i="1" dirty="0">
                <a:latin typeface="Calibri"/>
                <a:cs typeface="Calibri"/>
              </a:rPr>
              <a:t>r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p</a:t>
            </a:r>
            <a:r>
              <a:rPr sz="1800" b="1" i="1" spc="-5" dirty="0">
                <a:latin typeface="Calibri"/>
                <a:cs typeface="Calibri"/>
              </a:rPr>
              <a:t>r</a:t>
            </a:r>
            <a:r>
              <a:rPr sz="1800" b="1" i="1" spc="-10" dirty="0">
                <a:latin typeface="Calibri"/>
                <a:cs typeface="Calibri"/>
              </a:rPr>
              <a:t>o</a:t>
            </a:r>
            <a:r>
              <a:rPr sz="1800" b="1" i="1" spc="-15" dirty="0">
                <a:latin typeface="Calibri"/>
                <a:cs typeface="Calibri"/>
              </a:rPr>
              <a:t>bl</a:t>
            </a:r>
            <a:r>
              <a:rPr sz="1800" b="1" i="1" dirty="0">
                <a:latin typeface="Calibri"/>
                <a:cs typeface="Calibri"/>
              </a:rPr>
              <a:t>e</a:t>
            </a:r>
            <a:r>
              <a:rPr sz="1800" b="1" i="1" spc="-5" dirty="0">
                <a:latin typeface="Calibri"/>
                <a:cs typeface="Calibri"/>
              </a:rPr>
              <a:t>m</a:t>
            </a:r>
            <a:r>
              <a:rPr sz="1800" b="1" i="1" dirty="0">
                <a:latin typeface="Calibri"/>
                <a:cs typeface="Calibri"/>
              </a:rPr>
              <a:t>.</a:t>
            </a:r>
            <a:r>
              <a:rPr sz="1800" b="1" i="1" spc="-10" dirty="0">
                <a:latin typeface="Calibri"/>
                <a:cs typeface="Calibri"/>
              </a:rPr>
              <a:t> »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R="5715" algn="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D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. </a:t>
            </a:r>
            <a:r>
              <a:rPr sz="1600" spc="-25" dirty="0">
                <a:latin typeface="Calibri"/>
                <a:cs typeface="Calibri"/>
              </a:rPr>
              <a:t>B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c</a:t>
            </a:r>
            <a:r>
              <a:rPr sz="1600" dirty="0">
                <a:latin typeface="Calibri"/>
                <a:cs typeface="Calibri"/>
              </a:rPr>
              <a:t>h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5" dirty="0">
                <a:latin typeface="Calibri"/>
                <a:cs typeface="Calibri"/>
              </a:rPr>
              <a:t> To</a:t>
            </a:r>
            <a:r>
              <a:rPr sz="1600" spc="-10" dirty="0">
                <a:latin typeface="Calibri"/>
                <a:cs typeface="Calibri"/>
              </a:rPr>
              <a:t>rst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K</a:t>
            </a:r>
            <a:r>
              <a:rPr sz="1600" spc="-5" dirty="0">
                <a:latin typeface="Calibri"/>
                <a:cs typeface="Calibri"/>
              </a:rPr>
              <a:t>.E</a:t>
            </a:r>
            <a:r>
              <a:rPr sz="1600" dirty="0">
                <a:latin typeface="Calibri"/>
                <a:cs typeface="Calibri"/>
              </a:rPr>
              <a:t>.</a:t>
            </a:r>
            <a:r>
              <a:rPr sz="1600" spc="-10" dirty="0">
                <a:latin typeface="Calibri"/>
                <a:cs typeface="Calibri"/>
              </a:rPr>
              <a:t> A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15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g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r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R="6350" algn="r">
              <a:lnSpc>
                <a:spcPct val="100000"/>
              </a:lnSpc>
            </a:pPr>
            <a:r>
              <a:rPr sz="1600" i="1" dirty="0">
                <a:latin typeface="Calibri"/>
                <a:cs typeface="Calibri"/>
              </a:rPr>
              <a:t>H</a:t>
            </a:r>
            <a:r>
              <a:rPr sz="1600" i="1" spc="-15" dirty="0">
                <a:latin typeface="Calibri"/>
                <a:cs typeface="Calibri"/>
              </a:rPr>
              <a:t>a</a:t>
            </a:r>
            <a:r>
              <a:rPr sz="1600" i="1" spc="-5" dirty="0">
                <a:latin typeface="Calibri"/>
                <a:cs typeface="Calibri"/>
              </a:rPr>
              <a:t>n</a:t>
            </a:r>
            <a:r>
              <a:rPr sz="1600" i="1" spc="-15" dirty="0">
                <a:latin typeface="Calibri"/>
                <a:cs typeface="Calibri"/>
              </a:rPr>
              <a:t>d</a:t>
            </a:r>
            <a:r>
              <a:rPr sz="1600" i="1" spc="-5" dirty="0">
                <a:latin typeface="Calibri"/>
                <a:cs typeface="Calibri"/>
              </a:rPr>
              <a:t>bo</a:t>
            </a:r>
            <a:r>
              <a:rPr sz="1600" i="1" spc="-15" dirty="0">
                <a:latin typeface="Calibri"/>
                <a:cs typeface="Calibri"/>
              </a:rPr>
              <a:t>o</a:t>
            </a:r>
            <a:r>
              <a:rPr sz="1600" i="1" spc="-10" dirty="0">
                <a:latin typeface="Calibri"/>
                <a:cs typeface="Calibri"/>
              </a:rPr>
              <a:t>k </a:t>
            </a:r>
            <a:r>
              <a:rPr sz="1600" i="1" spc="-5" dirty="0">
                <a:latin typeface="Calibri"/>
                <a:cs typeface="Calibri"/>
              </a:rPr>
              <a:t>fo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spc="-5" dirty="0">
                <a:latin typeface="Calibri"/>
                <a:cs typeface="Calibri"/>
              </a:rPr>
              <a:t> S</a:t>
            </a:r>
            <a:r>
              <a:rPr sz="1600" i="1" spc="-10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spc="-5" dirty="0">
                <a:latin typeface="Calibri"/>
                <a:cs typeface="Calibri"/>
              </a:rPr>
              <a:t>n</a:t>
            </a:r>
            <a:r>
              <a:rPr sz="1600" i="1" spc="-10" dirty="0">
                <a:latin typeface="Calibri"/>
                <a:cs typeface="Calibri"/>
              </a:rPr>
              <a:t>t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5" dirty="0">
                <a:latin typeface="Calibri"/>
                <a:cs typeface="Calibri"/>
              </a:rPr>
              <a:t>f</a:t>
            </a:r>
            <a:r>
              <a:rPr sz="1600" i="1" dirty="0">
                <a:latin typeface="Calibri"/>
                <a:cs typeface="Calibri"/>
              </a:rPr>
              <a:t>ic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an</a:t>
            </a:r>
            <a:r>
              <a:rPr sz="1600" i="1" dirty="0">
                <a:latin typeface="Calibri"/>
                <a:cs typeface="Calibri"/>
              </a:rPr>
              <a:t>d</a:t>
            </a:r>
            <a:r>
              <a:rPr sz="1600" i="1" spc="-15" dirty="0">
                <a:latin typeface="Calibri"/>
                <a:cs typeface="Calibri"/>
              </a:rPr>
              <a:t> T</a:t>
            </a:r>
            <a:r>
              <a:rPr sz="1600" i="1" spc="-10" dirty="0">
                <a:latin typeface="Calibri"/>
                <a:cs typeface="Calibri"/>
              </a:rPr>
              <a:t>ec</a:t>
            </a:r>
            <a:r>
              <a:rPr sz="1600" i="1" spc="-5" dirty="0">
                <a:latin typeface="Calibri"/>
                <a:cs typeface="Calibri"/>
              </a:rPr>
              <a:t>h</a:t>
            </a:r>
            <a:r>
              <a:rPr sz="1600" i="1" spc="-15" dirty="0">
                <a:latin typeface="Calibri"/>
                <a:cs typeface="Calibri"/>
              </a:rPr>
              <a:t>n</a:t>
            </a:r>
            <a:r>
              <a:rPr sz="1600" i="1" dirty="0">
                <a:latin typeface="Calibri"/>
                <a:cs typeface="Calibri"/>
              </a:rPr>
              <a:t>i</a:t>
            </a:r>
            <a:r>
              <a:rPr sz="1600" i="1" spc="-10" dirty="0">
                <a:latin typeface="Calibri"/>
                <a:cs typeface="Calibri"/>
              </a:rPr>
              <a:t>c</a:t>
            </a:r>
            <a:r>
              <a:rPr sz="1600" i="1" spc="-5" dirty="0">
                <a:latin typeface="Calibri"/>
                <a:cs typeface="Calibri"/>
              </a:rPr>
              <a:t>a</a:t>
            </a:r>
            <a:r>
              <a:rPr sz="1600" i="1" dirty="0">
                <a:latin typeface="Calibri"/>
                <a:cs typeface="Calibri"/>
              </a:rPr>
              <a:t>l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spc="-15" dirty="0">
                <a:latin typeface="Calibri"/>
                <a:cs typeface="Calibri"/>
              </a:rPr>
              <a:t>e</a:t>
            </a:r>
            <a:r>
              <a:rPr sz="1600" i="1" spc="5" dirty="0">
                <a:latin typeface="Calibri"/>
                <a:cs typeface="Calibri"/>
              </a:rPr>
              <a:t>s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c</a:t>
            </a:r>
            <a:r>
              <a:rPr sz="1600" i="1" spc="-15" dirty="0">
                <a:latin typeface="Calibri"/>
                <a:cs typeface="Calibri"/>
              </a:rPr>
              <a:t>h</a:t>
            </a:r>
            <a:r>
              <a:rPr sz="1600" i="1" spc="-5" dirty="0">
                <a:latin typeface="Calibri"/>
                <a:cs typeface="Calibri"/>
              </a:rPr>
              <a:t>,</a:t>
            </a:r>
            <a:r>
              <a:rPr sz="1600" i="1" spc="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ti</a:t>
            </a:r>
            <a:r>
              <a:rPr sz="1600" spc="-20" dirty="0">
                <a:latin typeface="Calibri"/>
                <a:cs typeface="Calibri"/>
              </a:rPr>
              <a:t>ce</a:t>
            </a:r>
            <a:r>
              <a:rPr sz="1600" spc="-5" dirty="0">
                <a:latin typeface="Calibri"/>
                <a:cs typeface="Calibri"/>
              </a:rPr>
              <a:t>-</a:t>
            </a:r>
            <a:r>
              <a:rPr sz="1600" dirty="0">
                <a:latin typeface="Calibri"/>
                <a:cs typeface="Calibri"/>
              </a:rPr>
              <a:t>Hall</a:t>
            </a:r>
            <a:r>
              <a:rPr sz="1600" spc="-5" dirty="0">
                <a:latin typeface="Calibri"/>
                <a:cs typeface="Calibri"/>
              </a:rPr>
              <a:t>, </a:t>
            </a:r>
            <a:r>
              <a:rPr sz="1600" spc="-25" dirty="0">
                <a:latin typeface="Calibri"/>
                <a:cs typeface="Calibri"/>
              </a:rPr>
              <a:t>1</a:t>
            </a:r>
            <a:r>
              <a:rPr sz="1600" spc="-15" dirty="0">
                <a:latin typeface="Calibri"/>
                <a:cs typeface="Calibri"/>
              </a:rPr>
              <a:t>9</a:t>
            </a:r>
            <a:r>
              <a:rPr sz="1600" spc="-25" dirty="0">
                <a:latin typeface="Calibri"/>
                <a:cs typeface="Calibri"/>
              </a:rPr>
              <a:t>92</a:t>
            </a:r>
            <a:r>
              <a:rPr sz="1600" spc="-5" dirty="0">
                <a:latin typeface="Calibri"/>
                <a:cs typeface="Calibri"/>
              </a:rPr>
              <a:t>, p</a:t>
            </a:r>
            <a:r>
              <a:rPr sz="1600" dirty="0">
                <a:latin typeface="Calibri"/>
                <a:cs typeface="Calibri"/>
              </a:rPr>
              <a:t>. </a:t>
            </a:r>
            <a:r>
              <a:rPr sz="1600" spc="-25" dirty="0">
                <a:latin typeface="Calibri"/>
                <a:cs typeface="Calibri"/>
              </a:rPr>
              <a:t>2</a:t>
            </a:r>
            <a:r>
              <a:rPr sz="1600" spc="-10" dirty="0">
                <a:latin typeface="Calibri"/>
                <a:cs typeface="Calibri"/>
              </a:rPr>
              <a:t>9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L</a:t>
            </a:r>
            <a:r>
              <a:rPr sz="2400" spc="-20" dirty="0">
                <a:latin typeface="Calibri"/>
                <a:cs typeface="Calibri"/>
              </a:rPr>
              <a:t>UC</a:t>
            </a:r>
            <a:r>
              <a:rPr sz="2400" spc="-15" dirty="0">
                <a:latin typeface="Calibri"/>
                <a:cs typeface="Calibri"/>
              </a:rPr>
              <a:t>K!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A6365EA3-27DA-460B-9045-FE078098DC33}" type="datetime1">
              <a:rPr lang="en-US" smtClean="0"/>
              <a:t>5/24/26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 cstate="print"/>
          <a:stretch>
            <a:fillRect/>
          </a:stretch>
        </a:blipFill>
      </a:spPr>
      <a:bodyPr wrap="square" lIns="0" tIns="0" rIns="0" bIns="0" rtlCol="0"/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</TotalTime>
  <Words>5722</Words>
  <Application>Microsoft Macintosh PowerPoint</Application>
  <PresentationFormat>On-screen Show (4:3)</PresentationFormat>
  <Paragraphs>656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Arial Narrow</vt:lpstr>
      <vt:lpstr>Calibri</vt:lpstr>
      <vt:lpstr>Courier New</vt:lpstr>
      <vt:lpstr>Times New Roman</vt:lpstr>
      <vt:lpstr>Trebuchet MS</vt:lpstr>
      <vt:lpstr>Wingdings</vt:lpstr>
      <vt:lpstr>Wingdings 2</vt:lpstr>
      <vt:lpstr>Office Theme</vt:lpstr>
      <vt:lpstr>PowerPoint Presentation</vt:lpstr>
      <vt:lpstr>Organizing Your Report/Thesis/Paper</vt:lpstr>
      <vt:lpstr>Components of a Research Paper</vt:lpstr>
      <vt:lpstr>The Title</vt:lpstr>
      <vt:lpstr>The Abstract</vt:lpstr>
      <vt:lpstr>The Abstract</vt:lpstr>
      <vt:lpstr>“Executive Summary?”</vt:lpstr>
      <vt:lpstr>Introduction</vt:lpstr>
      <vt:lpstr>Body of the Paper</vt:lpstr>
      <vt:lpstr>Illustrations</vt:lpstr>
      <vt:lpstr>Conclusions</vt:lpstr>
      <vt:lpstr>References</vt:lpstr>
      <vt:lpstr>References</vt:lpstr>
      <vt:lpstr>Citing References in Research Papers</vt:lpstr>
      <vt:lpstr>Citing References</vt:lpstr>
      <vt:lpstr>Citing References</vt:lpstr>
      <vt:lpstr>Citing References</vt:lpstr>
      <vt:lpstr>Details of Reference Lists (Bibliography)</vt:lpstr>
      <vt:lpstr>Dr. Allen’s Recommendations</vt:lpstr>
      <vt:lpstr>PowerPoint Presentation</vt:lpstr>
      <vt:lpstr>CBE vs. IEEE</vt:lpstr>
      <vt:lpstr>Guideline</vt:lpstr>
      <vt:lpstr>Dissertation Writing</vt:lpstr>
      <vt:lpstr>Some Recommendations</vt:lpstr>
      <vt:lpstr>An Un-copyrighted Guide</vt:lpstr>
      <vt:lpstr>Advices to Students (Principal Advices – cont.)</vt:lpstr>
      <vt:lpstr>Writing Dissertation</vt:lpstr>
      <vt:lpstr>To Avoid</vt:lpstr>
      <vt:lpstr>To Avoid</vt:lpstr>
      <vt:lpstr>Some advices</vt:lpstr>
      <vt:lpstr>General recommendations</vt:lpstr>
      <vt:lpstr>Typical Organization of Dissertation</vt:lpstr>
      <vt:lpstr>Organization (2)</vt:lpstr>
      <vt:lpstr>PowerPoint Presentation</vt:lpstr>
      <vt:lpstr>The Five Drivers</vt:lpstr>
      <vt:lpstr>Purpose?</vt:lpstr>
      <vt:lpstr>Organization</vt:lpstr>
      <vt:lpstr>Revising</vt:lpstr>
      <vt:lpstr>Collaborative Writing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the end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Khuong Nguyen An</cp:lastModifiedBy>
  <cp:revision>62</cp:revision>
  <dcterms:created xsi:type="dcterms:W3CDTF">2015-02-03T20:48:02Z</dcterms:created>
  <dcterms:modified xsi:type="dcterms:W3CDTF">2026-05-24T04:09:13Z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2014-02-26T00:00:00Z</vt:filetime>
  </property>
  <property fmtid="{D5CDD505-2E9C-101B-9397-08002B2CF9AE}" pid="3" name="LastSaved">
    <vt:filetime>2015-02-03T00:00:00Z</vt:filetime>
  </property>
</Properties>
</file>